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3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4" r:id="rId4"/>
    <p:sldId id="307" r:id="rId5"/>
    <p:sldId id="305" r:id="rId6"/>
    <p:sldId id="306" r:id="rId7"/>
    <p:sldId id="303" r:id="rId8"/>
    <p:sldId id="296" r:id="rId9"/>
    <p:sldId id="297" r:id="rId10"/>
    <p:sldId id="298" r:id="rId11"/>
    <p:sldId id="302" r:id="rId12"/>
    <p:sldId id="295" r:id="rId13"/>
    <p:sldId id="294" r:id="rId14"/>
    <p:sldId id="258" r:id="rId15"/>
    <p:sldId id="259" r:id="rId16"/>
    <p:sldId id="260" r:id="rId17"/>
    <p:sldId id="261" r:id="rId18"/>
    <p:sldId id="262" r:id="rId19"/>
    <p:sldId id="264" r:id="rId20"/>
    <p:sldId id="265" r:id="rId21"/>
    <p:sldId id="266" r:id="rId22"/>
    <p:sldId id="267" r:id="rId23"/>
    <p:sldId id="268" r:id="rId24"/>
    <p:sldId id="269" r:id="rId25"/>
    <p:sldId id="271" r:id="rId26"/>
    <p:sldId id="272" r:id="rId27"/>
    <p:sldId id="293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</p:sldIdLst>
  <p:sldSz cx="9144000" cy="5143500" type="screen16x9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25" d="100"/>
          <a:sy n="125" d="100"/>
        </p:scale>
        <p:origin x="-1140" y="-3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DC3C04-4F1F-495D-B2EB-01930FDE9C27}" type="doc">
      <dgm:prSet loTypeId="urn:microsoft.com/office/officeart/2005/8/layout/lProcess2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27741C3-B222-4776-90FD-1317E4AB3031}">
      <dgm:prSet phldrT="[Text]" custT="1"/>
      <dgm:spPr/>
      <dgm:t>
        <a:bodyPr anchor="t"/>
        <a:lstStyle/>
        <a:p>
          <a:pPr>
            <a:spcAft>
              <a:spcPts val="0"/>
            </a:spcAft>
          </a:pPr>
          <a:r>
            <a:rPr lang="en-US" sz="3200" b="1" dirty="0" smtClean="0">
              <a:latin typeface="+mj-lt"/>
            </a:rPr>
            <a:t>Length</a:t>
          </a:r>
        </a:p>
        <a:p>
          <a:pPr>
            <a:spcAft>
              <a:spcPts val="0"/>
            </a:spcAft>
          </a:pPr>
          <a:r>
            <a:rPr lang="en-US" sz="3200" b="1" dirty="0" smtClean="0">
              <a:latin typeface="+mj-lt"/>
            </a:rPr>
            <a:t>Measurement</a:t>
          </a:r>
          <a:endParaRPr lang="en-US" sz="3200" b="1" dirty="0">
            <a:latin typeface="+mj-lt"/>
          </a:endParaRPr>
        </a:p>
      </dgm:t>
    </dgm:pt>
    <dgm:pt modelId="{A50E5D70-3BF7-4608-912F-99CFEE4A0E1E}" type="parTrans" cxnId="{0584D639-C50E-45E3-B7B5-DD42182F8DB3}">
      <dgm:prSet/>
      <dgm:spPr/>
      <dgm:t>
        <a:bodyPr/>
        <a:lstStyle/>
        <a:p>
          <a:endParaRPr lang="en-US" b="1"/>
        </a:p>
      </dgm:t>
    </dgm:pt>
    <dgm:pt modelId="{58D72EE0-BD6C-4F2E-A52B-1C8BE0A6605D}" type="sibTrans" cxnId="{0584D639-C50E-45E3-B7B5-DD42182F8DB3}">
      <dgm:prSet/>
      <dgm:spPr/>
      <dgm:t>
        <a:bodyPr/>
        <a:lstStyle/>
        <a:p>
          <a:endParaRPr lang="en-US" b="1"/>
        </a:p>
      </dgm:t>
    </dgm:pt>
    <dgm:pt modelId="{C239BCF2-B7B5-4668-ACC8-912C124140C4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Kilometer</a:t>
          </a:r>
          <a:endParaRPr lang="en-US" b="1" dirty="0">
            <a:latin typeface="+mj-lt"/>
          </a:endParaRPr>
        </a:p>
      </dgm:t>
    </dgm:pt>
    <dgm:pt modelId="{62FC2C08-1311-4D53-A770-FDC05BDEF0BF}" type="parTrans" cxnId="{0CC45223-0C95-45E7-A877-19C15DB3ED42}">
      <dgm:prSet/>
      <dgm:spPr/>
      <dgm:t>
        <a:bodyPr/>
        <a:lstStyle/>
        <a:p>
          <a:endParaRPr lang="en-US" b="1"/>
        </a:p>
      </dgm:t>
    </dgm:pt>
    <dgm:pt modelId="{CED80C48-4D65-4A5C-AF4C-F5ABCF0E7F8F}" type="sibTrans" cxnId="{0CC45223-0C95-45E7-A877-19C15DB3ED42}">
      <dgm:prSet/>
      <dgm:spPr/>
      <dgm:t>
        <a:bodyPr/>
        <a:lstStyle/>
        <a:p>
          <a:endParaRPr lang="en-US" b="1"/>
        </a:p>
      </dgm:t>
    </dgm:pt>
    <dgm:pt modelId="{D273AA21-0B56-49DA-8625-0764E5C1434C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Millimeter</a:t>
          </a:r>
          <a:endParaRPr lang="en-US" b="1" dirty="0">
            <a:latin typeface="+mj-lt"/>
          </a:endParaRPr>
        </a:p>
      </dgm:t>
    </dgm:pt>
    <dgm:pt modelId="{F52BA172-97B4-43E7-87FB-4BDA7DB15901}" type="parTrans" cxnId="{78E16C78-1FC0-4701-A09B-B916974A6782}">
      <dgm:prSet/>
      <dgm:spPr/>
      <dgm:t>
        <a:bodyPr/>
        <a:lstStyle/>
        <a:p>
          <a:endParaRPr lang="en-US" b="1"/>
        </a:p>
      </dgm:t>
    </dgm:pt>
    <dgm:pt modelId="{09408FEB-106C-4D0E-AE62-B6B65884B9E1}" type="sibTrans" cxnId="{78E16C78-1FC0-4701-A09B-B916974A6782}">
      <dgm:prSet/>
      <dgm:spPr/>
      <dgm:t>
        <a:bodyPr/>
        <a:lstStyle/>
        <a:p>
          <a:endParaRPr lang="en-US" b="1"/>
        </a:p>
      </dgm:t>
    </dgm:pt>
    <dgm:pt modelId="{B5A705F1-70CB-45D2-80F1-22402CA0D219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Decameter</a:t>
          </a:r>
          <a:endParaRPr lang="en-US" b="1" dirty="0">
            <a:latin typeface="+mj-lt"/>
          </a:endParaRPr>
        </a:p>
      </dgm:t>
    </dgm:pt>
    <dgm:pt modelId="{A82E2B1E-7A1C-4CAC-A088-465C93C359A3}" type="parTrans" cxnId="{2EC6DFF6-570D-48AA-A567-6E21E0F548FE}">
      <dgm:prSet/>
      <dgm:spPr/>
      <dgm:t>
        <a:bodyPr/>
        <a:lstStyle/>
        <a:p>
          <a:endParaRPr lang="en-US" b="1"/>
        </a:p>
      </dgm:t>
    </dgm:pt>
    <dgm:pt modelId="{FFFBB6A3-F63C-4C83-B728-674ABA743389}" type="sibTrans" cxnId="{2EC6DFF6-570D-48AA-A567-6E21E0F548FE}">
      <dgm:prSet/>
      <dgm:spPr/>
      <dgm:t>
        <a:bodyPr/>
        <a:lstStyle/>
        <a:p>
          <a:endParaRPr lang="en-US" b="1"/>
        </a:p>
      </dgm:t>
    </dgm:pt>
    <dgm:pt modelId="{DDDB14E3-FC6F-40E5-9A4F-A8829B19ADF0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Meter</a:t>
          </a:r>
          <a:endParaRPr lang="en-US" b="1" dirty="0">
            <a:latin typeface="+mj-lt"/>
          </a:endParaRPr>
        </a:p>
      </dgm:t>
    </dgm:pt>
    <dgm:pt modelId="{D8CB8EAD-715F-4CC5-A7AD-791FD23E8441}" type="parTrans" cxnId="{1DBF29EB-735E-4110-AA18-571DA086C7F0}">
      <dgm:prSet/>
      <dgm:spPr/>
      <dgm:t>
        <a:bodyPr/>
        <a:lstStyle/>
        <a:p>
          <a:endParaRPr lang="en-US" b="1"/>
        </a:p>
      </dgm:t>
    </dgm:pt>
    <dgm:pt modelId="{A988A9C8-073F-471E-8EA3-58109FE267D9}" type="sibTrans" cxnId="{1DBF29EB-735E-4110-AA18-571DA086C7F0}">
      <dgm:prSet/>
      <dgm:spPr/>
      <dgm:t>
        <a:bodyPr/>
        <a:lstStyle/>
        <a:p>
          <a:endParaRPr lang="en-US" b="1"/>
        </a:p>
      </dgm:t>
    </dgm:pt>
    <dgm:pt modelId="{49F1175F-6A77-406C-8AC5-B6144B8A8893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Decimeter</a:t>
          </a:r>
          <a:endParaRPr lang="en-US" b="1" dirty="0">
            <a:latin typeface="+mj-lt"/>
          </a:endParaRPr>
        </a:p>
      </dgm:t>
    </dgm:pt>
    <dgm:pt modelId="{758CDA17-3BD0-4BC7-9A13-139EC7893F7D}" type="parTrans" cxnId="{3F13FB7F-1864-41AE-B821-1749299613CC}">
      <dgm:prSet/>
      <dgm:spPr/>
      <dgm:t>
        <a:bodyPr/>
        <a:lstStyle/>
        <a:p>
          <a:endParaRPr lang="en-US" b="1"/>
        </a:p>
      </dgm:t>
    </dgm:pt>
    <dgm:pt modelId="{F495E623-9444-4BE2-9860-DAF317711FF1}" type="sibTrans" cxnId="{3F13FB7F-1864-41AE-B821-1749299613CC}">
      <dgm:prSet/>
      <dgm:spPr/>
      <dgm:t>
        <a:bodyPr/>
        <a:lstStyle/>
        <a:p>
          <a:endParaRPr lang="en-US" b="1"/>
        </a:p>
      </dgm:t>
    </dgm:pt>
    <dgm:pt modelId="{E28A0195-BF4E-4510-87E7-C29EA6525DC7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Centimeter</a:t>
          </a:r>
          <a:endParaRPr lang="en-US" b="1" dirty="0">
            <a:latin typeface="+mj-lt"/>
          </a:endParaRPr>
        </a:p>
      </dgm:t>
    </dgm:pt>
    <dgm:pt modelId="{90E46E88-269E-425C-BCB2-FC42D4C7B5EC}" type="parTrans" cxnId="{D959C38E-75E3-441B-A5EC-F5BFF108F1F9}">
      <dgm:prSet/>
      <dgm:spPr/>
      <dgm:t>
        <a:bodyPr/>
        <a:lstStyle/>
        <a:p>
          <a:endParaRPr lang="en-US" b="1"/>
        </a:p>
      </dgm:t>
    </dgm:pt>
    <dgm:pt modelId="{E3901113-3C50-4697-9C64-FBD6CF590F1D}" type="sibTrans" cxnId="{D959C38E-75E3-441B-A5EC-F5BFF108F1F9}">
      <dgm:prSet/>
      <dgm:spPr/>
      <dgm:t>
        <a:bodyPr/>
        <a:lstStyle/>
        <a:p>
          <a:endParaRPr lang="en-US" b="1"/>
        </a:p>
      </dgm:t>
    </dgm:pt>
    <dgm:pt modelId="{B265F450-8414-443A-A95F-E9E328D8BEA8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Hectometer</a:t>
          </a:r>
          <a:endParaRPr lang="en-US" b="1" dirty="0">
            <a:latin typeface="+mj-lt"/>
          </a:endParaRPr>
        </a:p>
      </dgm:t>
    </dgm:pt>
    <dgm:pt modelId="{91A4B71B-CD8F-4BF7-A694-09B7B5DDD927}" type="parTrans" cxnId="{91135C5E-81B9-4644-B9B4-9C6247FF41BE}">
      <dgm:prSet/>
      <dgm:spPr/>
      <dgm:t>
        <a:bodyPr/>
        <a:lstStyle/>
        <a:p>
          <a:endParaRPr lang="en-US" b="1"/>
        </a:p>
      </dgm:t>
    </dgm:pt>
    <dgm:pt modelId="{3FDB2348-A328-4F10-9A4C-209394D809EF}" type="sibTrans" cxnId="{91135C5E-81B9-4644-B9B4-9C6247FF41BE}">
      <dgm:prSet/>
      <dgm:spPr/>
      <dgm:t>
        <a:bodyPr/>
        <a:lstStyle/>
        <a:p>
          <a:endParaRPr lang="en-US" b="1"/>
        </a:p>
      </dgm:t>
    </dgm:pt>
    <dgm:pt modelId="{A8383797-A9E9-4FC5-9C1D-CD5AE98A1C50}" type="pres">
      <dgm:prSet presAssocID="{F9DC3C04-4F1F-495D-B2EB-01930FDE9C27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C107D3-569D-4A5D-BD9B-F44AC696907B}" type="pres">
      <dgm:prSet presAssocID="{327741C3-B222-4776-90FD-1317E4AB3031}" presName="compNode" presStyleCnt="0"/>
      <dgm:spPr/>
    </dgm:pt>
    <dgm:pt modelId="{27738360-128D-4EE2-BC1C-6F00C4E85B91}" type="pres">
      <dgm:prSet presAssocID="{327741C3-B222-4776-90FD-1317E4AB3031}" presName="aNode" presStyleLbl="bgShp" presStyleIdx="0" presStyleCnt="1" custLinFactNeighborX="20755" custLinFactNeighborY="-7292"/>
      <dgm:spPr/>
      <dgm:t>
        <a:bodyPr/>
        <a:lstStyle/>
        <a:p>
          <a:endParaRPr lang="en-US"/>
        </a:p>
      </dgm:t>
    </dgm:pt>
    <dgm:pt modelId="{D8E27C9B-550F-45D3-A329-92CB86D1918D}" type="pres">
      <dgm:prSet presAssocID="{327741C3-B222-4776-90FD-1317E4AB3031}" presName="textNode" presStyleLbl="bgShp" presStyleIdx="0" presStyleCnt="1"/>
      <dgm:spPr/>
      <dgm:t>
        <a:bodyPr/>
        <a:lstStyle/>
        <a:p>
          <a:endParaRPr lang="en-US"/>
        </a:p>
      </dgm:t>
    </dgm:pt>
    <dgm:pt modelId="{E2F83898-AF51-475E-BC7A-6608B37BAA34}" type="pres">
      <dgm:prSet presAssocID="{327741C3-B222-4776-90FD-1317E4AB3031}" presName="compChildNode" presStyleCnt="0"/>
      <dgm:spPr/>
    </dgm:pt>
    <dgm:pt modelId="{FB024AD0-B91D-48C3-91BA-73584E48F529}" type="pres">
      <dgm:prSet presAssocID="{327741C3-B222-4776-90FD-1317E4AB3031}" presName="theInnerList" presStyleCnt="0"/>
      <dgm:spPr/>
    </dgm:pt>
    <dgm:pt modelId="{B6B8E4FB-AD5E-498B-B53B-7F42D5B3F15B}" type="pres">
      <dgm:prSet presAssocID="{C239BCF2-B7B5-4668-ACC8-912C124140C4}" presName="childNode" presStyleLbl="node1" presStyleIdx="0" presStyleCnt="7" custLinFactY="-100000" custLinFactNeighborX="255" custLinFactNeighborY="-100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540A90-57A9-4903-B307-3E0552D76DF3}" type="pres">
      <dgm:prSet presAssocID="{C239BCF2-B7B5-4668-ACC8-912C124140C4}" presName="aSpace2" presStyleCnt="0"/>
      <dgm:spPr/>
    </dgm:pt>
    <dgm:pt modelId="{D8992AC9-8981-4640-8CFA-AA5B2DD4ADBD}" type="pres">
      <dgm:prSet presAssocID="{B265F450-8414-443A-A95F-E9E328D8BEA8}" presName="childNode" presStyleLbl="node1" presStyleIdx="1" presStyleCnt="7" custLinFactY="-78619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50AD5A-0B23-47C6-815F-2099D225A96D}" type="pres">
      <dgm:prSet presAssocID="{B265F450-8414-443A-A95F-E9E328D8BEA8}" presName="aSpace2" presStyleCnt="0"/>
      <dgm:spPr/>
    </dgm:pt>
    <dgm:pt modelId="{F17F9F63-DB7D-465D-BBBD-53B82B5D61DA}" type="pres">
      <dgm:prSet presAssocID="{B5A705F1-70CB-45D2-80F1-22402CA0D219}" presName="childNode" presStyleLbl="node1" presStyleIdx="2" presStyleCnt="7" custLinFactY="-52597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54B6AC-78E4-4AC3-AD25-D6AED50DA216}" type="pres">
      <dgm:prSet presAssocID="{B5A705F1-70CB-45D2-80F1-22402CA0D219}" presName="aSpace2" presStyleCnt="0"/>
      <dgm:spPr/>
    </dgm:pt>
    <dgm:pt modelId="{E96EE4B1-D67D-4677-8253-5B5E9E459C9A}" type="pres">
      <dgm:prSet presAssocID="{DDDB14E3-FC6F-40E5-9A4F-A8829B19ADF0}" presName="childNode" presStyleLbl="node1" presStyleIdx="3" presStyleCnt="7" custLinFactY="-26576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013035-0224-4662-B5A9-1C46BC1144CD}" type="pres">
      <dgm:prSet presAssocID="{DDDB14E3-FC6F-40E5-9A4F-A8829B19ADF0}" presName="aSpace2" presStyleCnt="0"/>
      <dgm:spPr/>
    </dgm:pt>
    <dgm:pt modelId="{E7219134-4FEF-4BE2-B3FA-55EDDE74E6F6}" type="pres">
      <dgm:prSet presAssocID="{49F1175F-6A77-406C-8AC5-B6144B8A8893}" presName="childNode" presStyleLbl="node1" presStyleIdx="4" presStyleCnt="7" custLinFactNeighborY="-385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7F584F-4BFE-41CD-B45A-5ED6B6E6A81E}" type="pres">
      <dgm:prSet presAssocID="{49F1175F-6A77-406C-8AC5-B6144B8A8893}" presName="aSpace2" presStyleCnt="0"/>
      <dgm:spPr/>
    </dgm:pt>
    <dgm:pt modelId="{DCFBD0DD-3F41-4B8D-9419-6D55A41D74CF}" type="pres">
      <dgm:prSet presAssocID="{E28A0195-BF4E-4510-87E7-C29EA6525DC7}" presName="childNode" presStyleLbl="node1" presStyleIdx="5" presStyleCnt="7" custLinFactY="4713" custLinFactNeighborX="-481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384751-CE2A-4BC3-903F-4A78B65860FC}" type="pres">
      <dgm:prSet presAssocID="{E28A0195-BF4E-4510-87E7-C29EA6525DC7}" presName="aSpace2" presStyleCnt="0"/>
      <dgm:spPr/>
    </dgm:pt>
    <dgm:pt modelId="{CED8296B-FF00-4E5F-8DF0-25BE89563FB7}" type="pres">
      <dgm:prSet presAssocID="{D273AA21-0B56-49DA-8625-0764E5C1434C}" presName="childNode" presStyleLbl="node1" presStyleIdx="6" presStyleCnt="7" custLinFactY="30735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9B14773-3724-44BF-8E82-378385CB3E31}" type="presOf" srcId="{C239BCF2-B7B5-4668-ACC8-912C124140C4}" destId="{B6B8E4FB-AD5E-498B-B53B-7F42D5B3F15B}" srcOrd="0" destOrd="0" presId="urn:microsoft.com/office/officeart/2005/8/layout/lProcess2"/>
    <dgm:cxn modelId="{49813F17-28B9-4F0A-B76E-5C8BC2AA99B0}" type="presOf" srcId="{B5A705F1-70CB-45D2-80F1-22402CA0D219}" destId="{F17F9F63-DB7D-465D-BBBD-53B82B5D61DA}" srcOrd="0" destOrd="0" presId="urn:microsoft.com/office/officeart/2005/8/layout/lProcess2"/>
    <dgm:cxn modelId="{06DA2C60-3795-4309-A43B-8B777B3CB172}" type="presOf" srcId="{327741C3-B222-4776-90FD-1317E4AB3031}" destId="{27738360-128D-4EE2-BC1C-6F00C4E85B91}" srcOrd="0" destOrd="0" presId="urn:microsoft.com/office/officeart/2005/8/layout/lProcess2"/>
    <dgm:cxn modelId="{11408179-8D90-4F43-9DFF-6E00583AA4DF}" type="presOf" srcId="{F9DC3C04-4F1F-495D-B2EB-01930FDE9C27}" destId="{A8383797-A9E9-4FC5-9C1D-CD5AE98A1C50}" srcOrd="0" destOrd="0" presId="urn:microsoft.com/office/officeart/2005/8/layout/lProcess2"/>
    <dgm:cxn modelId="{1400D5B6-452A-44CC-B467-5AFB7ED245F5}" type="presOf" srcId="{B265F450-8414-443A-A95F-E9E328D8BEA8}" destId="{D8992AC9-8981-4640-8CFA-AA5B2DD4ADBD}" srcOrd="0" destOrd="0" presId="urn:microsoft.com/office/officeart/2005/8/layout/lProcess2"/>
    <dgm:cxn modelId="{3F13FB7F-1864-41AE-B821-1749299613CC}" srcId="{327741C3-B222-4776-90FD-1317E4AB3031}" destId="{49F1175F-6A77-406C-8AC5-B6144B8A8893}" srcOrd="4" destOrd="0" parTransId="{758CDA17-3BD0-4BC7-9A13-139EC7893F7D}" sibTransId="{F495E623-9444-4BE2-9860-DAF317711FF1}"/>
    <dgm:cxn modelId="{2EC6DFF6-570D-48AA-A567-6E21E0F548FE}" srcId="{327741C3-B222-4776-90FD-1317E4AB3031}" destId="{B5A705F1-70CB-45D2-80F1-22402CA0D219}" srcOrd="2" destOrd="0" parTransId="{A82E2B1E-7A1C-4CAC-A088-465C93C359A3}" sibTransId="{FFFBB6A3-F63C-4C83-B728-674ABA743389}"/>
    <dgm:cxn modelId="{A3E27F8F-AE81-427F-AE6C-70906D27C079}" type="presOf" srcId="{E28A0195-BF4E-4510-87E7-C29EA6525DC7}" destId="{DCFBD0DD-3F41-4B8D-9419-6D55A41D74CF}" srcOrd="0" destOrd="0" presId="urn:microsoft.com/office/officeart/2005/8/layout/lProcess2"/>
    <dgm:cxn modelId="{0584D639-C50E-45E3-B7B5-DD42182F8DB3}" srcId="{F9DC3C04-4F1F-495D-B2EB-01930FDE9C27}" destId="{327741C3-B222-4776-90FD-1317E4AB3031}" srcOrd="0" destOrd="0" parTransId="{A50E5D70-3BF7-4608-912F-99CFEE4A0E1E}" sibTransId="{58D72EE0-BD6C-4F2E-A52B-1C8BE0A6605D}"/>
    <dgm:cxn modelId="{0CC45223-0C95-45E7-A877-19C15DB3ED42}" srcId="{327741C3-B222-4776-90FD-1317E4AB3031}" destId="{C239BCF2-B7B5-4668-ACC8-912C124140C4}" srcOrd="0" destOrd="0" parTransId="{62FC2C08-1311-4D53-A770-FDC05BDEF0BF}" sibTransId="{CED80C48-4D65-4A5C-AF4C-F5ABCF0E7F8F}"/>
    <dgm:cxn modelId="{91135C5E-81B9-4644-B9B4-9C6247FF41BE}" srcId="{327741C3-B222-4776-90FD-1317E4AB3031}" destId="{B265F450-8414-443A-A95F-E9E328D8BEA8}" srcOrd="1" destOrd="0" parTransId="{91A4B71B-CD8F-4BF7-A694-09B7B5DDD927}" sibTransId="{3FDB2348-A328-4F10-9A4C-209394D809EF}"/>
    <dgm:cxn modelId="{87F34A0D-C890-4FA6-BEDF-CD34A551359E}" type="presOf" srcId="{D273AA21-0B56-49DA-8625-0764E5C1434C}" destId="{CED8296B-FF00-4E5F-8DF0-25BE89563FB7}" srcOrd="0" destOrd="0" presId="urn:microsoft.com/office/officeart/2005/8/layout/lProcess2"/>
    <dgm:cxn modelId="{D959C38E-75E3-441B-A5EC-F5BFF108F1F9}" srcId="{327741C3-B222-4776-90FD-1317E4AB3031}" destId="{E28A0195-BF4E-4510-87E7-C29EA6525DC7}" srcOrd="5" destOrd="0" parTransId="{90E46E88-269E-425C-BCB2-FC42D4C7B5EC}" sibTransId="{E3901113-3C50-4697-9C64-FBD6CF590F1D}"/>
    <dgm:cxn modelId="{82A62395-DB55-4B25-B6A9-DFE8DE5BF14F}" type="presOf" srcId="{327741C3-B222-4776-90FD-1317E4AB3031}" destId="{D8E27C9B-550F-45D3-A329-92CB86D1918D}" srcOrd="1" destOrd="0" presId="urn:microsoft.com/office/officeart/2005/8/layout/lProcess2"/>
    <dgm:cxn modelId="{793F29F4-9AB9-48B4-B691-3933F9F67DFE}" type="presOf" srcId="{49F1175F-6A77-406C-8AC5-B6144B8A8893}" destId="{E7219134-4FEF-4BE2-B3FA-55EDDE74E6F6}" srcOrd="0" destOrd="0" presId="urn:microsoft.com/office/officeart/2005/8/layout/lProcess2"/>
    <dgm:cxn modelId="{78E16C78-1FC0-4701-A09B-B916974A6782}" srcId="{327741C3-B222-4776-90FD-1317E4AB3031}" destId="{D273AA21-0B56-49DA-8625-0764E5C1434C}" srcOrd="6" destOrd="0" parTransId="{F52BA172-97B4-43E7-87FB-4BDA7DB15901}" sibTransId="{09408FEB-106C-4D0E-AE62-B6B65884B9E1}"/>
    <dgm:cxn modelId="{1DBF29EB-735E-4110-AA18-571DA086C7F0}" srcId="{327741C3-B222-4776-90FD-1317E4AB3031}" destId="{DDDB14E3-FC6F-40E5-9A4F-A8829B19ADF0}" srcOrd="3" destOrd="0" parTransId="{D8CB8EAD-715F-4CC5-A7AD-791FD23E8441}" sibTransId="{A988A9C8-073F-471E-8EA3-58109FE267D9}"/>
    <dgm:cxn modelId="{203F3EC1-6DAC-4A92-BD5F-294EB2F0800C}" type="presOf" srcId="{DDDB14E3-FC6F-40E5-9A4F-A8829B19ADF0}" destId="{E96EE4B1-D67D-4677-8253-5B5E9E459C9A}" srcOrd="0" destOrd="0" presId="urn:microsoft.com/office/officeart/2005/8/layout/lProcess2"/>
    <dgm:cxn modelId="{B897CFFD-C380-4122-B91C-C6BDE40D4DF6}" type="presParOf" srcId="{A8383797-A9E9-4FC5-9C1D-CD5AE98A1C50}" destId="{FAC107D3-569D-4A5D-BD9B-F44AC696907B}" srcOrd="0" destOrd="0" presId="urn:microsoft.com/office/officeart/2005/8/layout/lProcess2"/>
    <dgm:cxn modelId="{2BEFFACF-9F38-4413-9CDB-2A2112591CB2}" type="presParOf" srcId="{FAC107D3-569D-4A5D-BD9B-F44AC696907B}" destId="{27738360-128D-4EE2-BC1C-6F00C4E85B91}" srcOrd="0" destOrd="0" presId="urn:microsoft.com/office/officeart/2005/8/layout/lProcess2"/>
    <dgm:cxn modelId="{0E9C2ACC-674A-4287-B2DF-FF048D09F16B}" type="presParOf" srcId="{FAC107D3-569D-4A5D-BD9B-F44AC696907B}" destId="{D8E27C9B-550F-45D3-A329-92CB86D1918D}" srcOrd="1" destOrd="0" presId="urn:microsoft.com/office/officeart/2005/8/layout/lProcess2"/>
    <dgm:cxn modelId="{3D2FBE0E-BA86-410A-84EA-6F15B30A8DC5}" type="presParOf" srcId="{FAC107D3-569D-4A5D-BD9B-F44AC696907B}" destId="{E2F83898-AF51-475E-BC7A-6608B37BAA34}" srcOrd="2" destOrd="0" presId="urn:microsoft.com/office/officeart/2005/8/layout/lProcess2"/>
    <dgm:cxn modelId="{CE46CDD6-C91B-4997-9168-1867ACA91359}" type="presParOf" srcId="{E2F83898-AF51-475E-BC7A-6608B37BAA34}" destId="{FB024AD0-B91D-48C3-91BA-73584E48F529}" srcOrd="0" destOrd="0" presId="urn:microsoft.com/office/officeart/2005/8/layout/lProcess2"/>
    <dgm:cxn modelId="{A839CF6D-1082-45E7-9540-798D828AC9B1}" type="presParOf" srcId="{FB024AD0-B91D-48C3-91BA-73584E48F529}" destId="{B6B8E4FB-AD5E-498B-B53B-7F42D5B3F15B}" srcOrd="0" destOrd="0" presId="urn:microsoft.com/office/officeart/2005/8/layout/lProcess2"/>
    <dgm:cxn modelId="{82F3D512-A33C-42F4-8519-FA6653636F28}" type="presParOf" srcId="{FB024AD0-B91D-48C3-91BA-73584E48F529}" destId="{D5540A90-57A9-4903-B307-3E0552D76DF3}" srcOrd="1" destOrd="0" presId="urn:microsoft.com/office/officeart/2005/8/layout/lProcess2"/>
    <dgm:cxn modelId="{4A082BA7-63AD-4942-AE05-C9E7FC1D8915}" type="presParOf" srcId="{FB024AD0-B91D-48C3-91BA-73584E48F529}" destId="{D8992AC9-8981-4640-8CFA-AA5B2DD4ADBD}" srcOrd="2" destOrd="0" presId="urn:microsoft.com/office/officeart/2005/8/layout/lProcess2"/>
    <dgm:cxn modelId="{C7E30956-3AD6-40AE-BD01-F937A3483A32}" type="presParOf" srcId="{FB024AD0-B91D-48C3-91BA-73584E48F529}" destId="{CA50AD5A-0B23-47C6-815F-2099D225A96D}" srcOrd="3" destOrd="0" presId="urn:microsoft.com/office/officeart/2005/8/layout/lProcess2"/>
    <dgm:cxn modelId="{E86B2488-F3FE-4329-8F5B-4F287419165C}" type="presParOf" srcId="{FB024AD0-B91D-48C3-91BA-73584E48F529}" destId="{F17F9F63-DB7D-465D-BBBD-53B82B5D61DA}" srcOrd="4" destOrd="0" presId="urn:microsoft.com/office/officeart/2005/8/layout/lProcess2"/>
    <dgm:cxn modelId="{927FCDAD-6AF2-4747-A432-C712CE2C322F}" type="presParOf" srcId="{FB024AD0-B91D-48C3-91BA-73584E48F529}" destId="{9F54B6AC-78E4-4AC3-AD25-D6AED50DA216}" srcOrd="5" destOrd="0" presId="urn:microsoft.com/office/officeart/2005/8/layout/lProcess2"/>
    <dgm:cxn modelId="{C7370C65-148E-4F92-A88E-A1D1E0A6DD28}" type="presParOf" srcId="{FB024AD0-B91D-48C3-91BA-73584E48F529}" destId="{E96EE4B1-D67D-4677-8253-5B5E9E459C9A}" srcOrd="6" destOrd="0" presId="urn:microsoft.com/office/officeart/2005/8/layout/lProcess2"/>
    <dgm:cxn modelId="{43837211-582A-46EA-BA0C-A9A381AB341C}" type="presParOf" srcId="{FB024AD0-B91D-48C3-91BA-73584E48F529}" destId="{5F013035-0224-4662-B5A9-1C46BC1144CD}" srcOrd="7" destOrd="0" presId="urn:microsoft.com/office/officeart/2005/8/layout/lProcess2"/>
    <dgm:cxn modelId="{B07BFCC7-8D2B-49D9-B9D8-F22BB0F794BD}" type="presParOf" srcId="{FB024AD0-B91D-48C3-91BA-73584E48F529}" destId="{E7219134-4FEF-4BE2-B3FA-55EDDE74E6F6}" srcOrd="8" destOrd="0" presId="urn:microsoft.com/office/officeart/2005/8/layout/lProcess2"/>
    <dgm:cxn modelId="{A3B1D3BE-43B0-4388-BC0A-6E7269496EC5}" type="presParOf" srcId="{FB024AD0-B91D-48C3-91BA-73584E48F529}" destId="{4F7F584F-4BFE-41CD-B45A-5ED6B6E6A81E}" srcOrd="9" destOrd="0" presId="urn:microsoft.com/office/officeart/2005/8/layout/lProcess2"/>
    <dgm:cxn modelId="{E88B0EFC-70FF-47A9-9920-E70E48BA1CB5}" type="presParOf" srcId="{FB024AD0-B91D-48C3-91BA-73584E48F529}" destId="{DCFBD0DD-3F41-4B8D-9419-6D55A41D74CF}" srcOrd="10" destOrd="0" presId="urn:microsoft.com/office/officeart/2005/8/layout/lProcess2"/>
    <dgm:cxn modelId="{A76E97B7-AE52-41ED-B311-679165D58C96}" type="presParOf" srcId="{FB024AD0-B91D-48C3-91BA-73584E48F529}" destId="{E6384751-CE2A-4BC3-903F-4A78B65860FC}" srcOrd="11" destOrd="0" presId="urn:microsoft.com/office/officeart/2005/8/layout/lProcess2"/>
    <dgm:cxn modelId="{356673BE-F6D7-4D97-A4F5-174006F5098D}" type="presParOf" srcId="{FB024AD0-B91D-48C3-91BA-73584E48F529}" destId="{CED8296B-FF00-4E5F-8DF0-25BE89563FB7}" srcOrd="12" destOrd="0" presId="urn:microsoft.com/office/officeart/2005/8/layout/lProcess2"/>
  </dgm:cxnLst>
  <dgm:bg>
    <a:solidFill>
      <a:srgbClr val="FF0000"/>
    </a:solidFill>
  </dgm:bg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DC3C04-4F1F-495D-B2EB-01930FDE9C27}" type="doc">
      <dgm:prSet loTypeId="urn:microsoft.com/office/officeart/2005/8/layout/lProcess2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27741C3-B222-4776-90FD-1317E4AB3031}">
      <dgm:prSet phldrT="[Text]" custT="1"/>
      <dgm:spPr/>
      <dgm:t>
        <a:bodyPr anchor="t"/>
        <a:lstStyle/>
        <a:p>
          <a:pPr>
            <a:spcAft>
              <a:spcPts val="0"/>
            </a:spcAft>
          </a:pPr>
          <a:r>
            <a:rPr lang="en-US" sz="3200" b="1" dirty="0" smtClean="0">
              <a:latin typeface="+mj-lt"/>
            </a:rPr>
            <a:t>Weight</a:t>
          </a:r>
        </a:p>
        <a:p>
          <a:pPr>
            <a:spcAft>
              <a:spcPts val="0"/>
            </a:spcAft>
          </a:pPr>
          <a:r>
            <a:rPr lang="en-US" sz="3200" b="1" dirty="0" smtClean="0">
              <a:latin typeface="+mj-lt"/>
            </a:rPr>
            <a:t>Measurement</a:t>
          </a:r>
          <a:endParaRPr lang="en-US" sz="3200" b="1" dirty="0">
            <a:latin typeface="+mj-lt"/>
          </a:endParaRPr>
        </a:p>
      </dgm:t>
    </dgm:pt>
    <dgm:pt modelId="{A50E5D70-3BF7-4608-912F-99CFEE4A0E1E}" type="parTrans" cxnId="{0584D639-C50E-45E3-B7B5-DD42182F8DB3}">
      <dgm:prSet/>
      <dgm:spPr/>
      <dgm:t>
        <a:bodyPr/>
        <a:lstStyle/>
        <a:p>
          <a:endParaRPr lang="en-US" b="1"/>
        </a:p>
      </dgm:t>
    </dgm:pt>
    <dgm:pt modelId="{58D72EE0-BD6C-4F2E-A52B-1C8BE0A6605D}" type="sibTrans" cxnId="{0584D639-C50E-45E3-B7B5-DD42182F8DB3}">
      <dgm:prSet/>
      <dgm:spPr/>
      <dgm:t>
        <a:bodyPr/>
        <a:lstStyle/>
        <a:p>
          <a:endParaRPr lang="en-US" b="1"/>
        </a:p>
      </dgm:t>
    </dgm:pt>
    <dgm:pt modelId="{C239BCF2-B7B5-4668-ACC8-912C124140C4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Kilogram</a:t>
          </a:r>
          <a:endParaRPr lang="en-US" b="1" dirty="0">
            <a:latin typeface="+mj-lt"/>
          </a:endParaRPr>
        </a:p>
      </dgm:t>
    </dgm:pt>
    <dgm:pt modelId="{62FC2C08-1311-4D53-A770-FDC05BDEF0BF}" type="parTrans" cxnId="{0CC45223-0C95-45E7-A877-19C15DB3ED42}">
      <dgm:prSet/>
      <dgm:spPr/>
      <dgm:t>
        <a:bodyPr/>
        <a:lstStyle/>
        <a:p>
          <a:endParaRPr lang="en-US" b="1"/>
        </a:p>
      </dgm:t>
    </dgm:pt>
    <dgm:pt modelId="{CED80C48-4D65-4A5C-AF4C-F5ABCF0E7F8F}" type="sibTrans" cxnId="{0CC45223-0C95-45E7-A877-19C15DB3ED42}">
      <dgm:prSet/>
      <dgm:spPr/>
      <dgm:t>
        <a:bodyPr/>
        <a:lstStyle/>
        <a:p>
          <a:endParaRPr lang="en-US" b="1"/>
        </a:p>
      </dgm:t>
    </dgm:pt>
    <dgm:pt modelId="{D273AA21-0B56-49DA-8625-0764E5C1434C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Milligram</a:t>
          </a:r>
          <a:endParaRPr lang="en-US" b="1" dirty="0">
            <a:latin typeface="+mj-lt"/>
          </a:endParaRPr>
        </a:p>
      </dgm:t>
    </dgm:pt>
    <dgm:pt modelId="{F52BA172-97B4-43E7-87FB-4BDA7DB15901}" type="parTrans" cxnId="{78E16C78-1FC0-4701-A09B-B916974A6782}">
      <dgm:prSet/>
      <dgm:spPr/>
      <dgm:t>
        <a:bodyPr/>
        <a:lstStyle/>
        <a:p>
          <a:endParaRPr lang="en-US" b="1"/>
        </a:p>
      </dgm:t>
    </dgm:pt>
    <dgm:pt modelId="{09408FEB-106C-4D0E-AE62-B6B65884B9E1}" type="sibTrans" cxnId="{78E16C78-1FC0-4701-A09B-B916974A6782}">
      <dgm:prSet/>
      <dgm:spPr/>
      <dgm:t>
        <a:bodyPr/>
        <a:lstStyle/>
        <a:p>
          <a:endParaRPr lang="en-US" b="1"/>
        </a:p>
      </dgm:t>
    </dgm:pt>
    <dgm:pt modelId="{B5A705F1-70CB-45D2-80F1-22402CA0D219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Decagram</a:t>
          </a:r>
          <a:endParaRPr lang="en-US" b="1" dirty="0">
            <a:latin typeface="+mj-lt"/>
          </a:endParaRPr>
        </a:p>
      </dgm:t>
    </dgm:pt>
    <dgm:pt modelId="{A82E2B1E-7A1C-4CAC-A088-465C93C359A3}" type="parTrans" cxnId="{2EC6DFF6-570D-48AA-A567-6E21E0F548FE}">
      <dgm:prSet/>
      <dgm:spPr/>
      <dgm:t>
        <a:bodyPr/>
        <a:lstStyle/>
        <a:p>
          <a:endParaRPr lang="en-US" b="1"/>
        </a:p>
      </dgm:t>
    </dgm:pt>
    <dgm:pt modelId="{FFFBB6A3-F63C-4C83-B728-674ABA743389}" type="sibTrans" cxnId="{2EC6DFF6-570D-48AA-A567-6E21E0F548FE}">
      <dgm:prSet/>
      <dgm:spPr/>
      <dgm:t>
        <a:bodyPr/>
        <a:lstStyle/>
        <a:p>
          <a:endParaRPr lang="en-US" b="1"/>
        </a:p>
      </dgm:t>
    </dgm:pt>
    <dgm:pt modelId="{DDDB14E3-FC6F-40E5-9A4F-A8829B19ADF0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Gram</a:t>
          </a:r>
          <a:endParaRPr lang="en-US" b="1" dirty="0">
            <a:latin typeface="+mj-lt"/>
          </a:endParaRPr>
        </a:p>
      </dgm:t>
    </dgm:pt>
    <dgm:pt modelId="{D8CB8EAD-715F-4CC5-A7AD-791FD23E8441}" type="parTrans" cxnId="{1DBF29EB-735E-4110-AA18-571DA086C7F0}">
      <dgm:prSet/>
      <dgm:spPr/>
      <dgm:t>
        <a:bodyPr/>
        <a:lstStyle/>
        <a:p>
          <a:endParaRPr lang="en-US" b="1"/>
        </a:p>
      </dgm:t>
    </dgm:pt>
    <dgm:pt modelId="{A988A9C8-073F-471E-8EA3-58109FE267D9}" type="sibTrans" cxnId="{1DBF29EB-735E-4110-AA18-571DA086C7F0}">
      <dgm:prSet/>
      <dgm:spPr/>
      <dgm:t>
        <a:bodyPr/>
        <a:lstStyle/>
        <a:p>
          <a:endParaRPr lang="en-US" b="1"/>
        </a:p>
      </dgm:t>
    </dgm:pt>
    <dgm:pt modelId="{49F1175F-6A77-406C-8AC5-B6144B8A8893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Decigram</a:t>
          </a:r>
          <a:endParaRPr lang="en-US" b="1" dirty="0">
            <a:latin typeface="+mj-lt"/>
          </a:endParaRPr>
        </a:p>
      </dgm:t>
    </dgm:pt>
    <dgm:pt modelId="{758CDA17-3BD0-4BC7-9A13-139EC7893F7D}" type="parTrans" cxnId="{3F13FB7F-1864-41AE-B821-1749299613CC}">
      <dgm:prSet/>
      <dgm:spPr/>
      <dgm:t>
        <a:bodyPr/>
        <a:lstStyle/>
        <a:p>
          <a:endParaRPr lang="en-US" b="1"/>
        </a:p>
      </dgm:t>
    </dgm:pt>
    <dgm:pt modelId="{F495E623-9444-4BE2-9860-DAF317711FF1}" type="sibTrans" cxnId="{3F13FB7F-1864-41AE-B821-1749299613CC}">
      <dgm:prSet/>
      <dgm:spPr/>
      <dgm:t>
        <a:bodyPr/>
        <a:lstStyle/>
        <a:p>
          <a:endParaRPr lang="en-US" b="1"/>
        </a:p>
      </dgm:t>
    </dgm:pt>
    <dgm:pt modelId="{E28A0195-BF4E-4510-87E7-C29EA6525DC7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Centigram</a:t>
          </a:r>
          <a:endParaRPr lang="en-US" b="1" dirty="0">
            <a:latin typeface="+mj-lt"/>
          </a:endParaRPr>
        </a:p>
      </dgm:t>
    </dgm:pt>
    <dgm:pt modelId="{90E46E88-269E-425C-BCB2-FC42D4C7B5EC}" type="parTrans" cxnId="{D959C38E-75E3-441B-A5EC-F5BFF108F1F9}">
      <dgm:prSet/>
      <dgm:spPr/>
      <dgm:t>
        <a:bodyPr/>
        <a:lstStyle/>
        <a:p>
          <a:endParaRPr lang="en-US" b="1"/>
        </a:p>
      </dgm:t>
    </dgm:pt>
    <dgm:pt modelId="{E3901113-3C50-4697-9C64-FBD6CF590F1D}" type="sibTrans" cxnId="{D959C38E-75E3-441B-A5EC-F5BFF108F1F9}">
      <dgm:prSet/>
      <dgm:spPr/>
      <dgm:t>
        <a:bodyPr/>
        <a:lstStyle/>
        <a:p>
          <a:endParaRPr lang="en-US" b="1"/>
        </a:p>
      </dgm:t>
    </dgm:pt>
    <dgm:pt modelId="{B265F450-8414-443A-A95F-E9E328D8BEA8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Hectogram</a:t>
          </a:r>
          <a:endParaRPr lang="en-US" b="1" dirty="0">
            <a:latin typeface="+mj-lt"/>
          </a:endParaRPr>
        </a:p>
      </dgm:t>
    </dgm:pt>
    <dgm:pt modelId="{91A4B71B-CD8F-4BF7-A694-09B7B5DDD927}" type="parTrans" cxnId="{91135C5E-81B9-4644-B9B4-9C6247FF41BE}">
      <dgm:prSet/>
      <dgm:spPr/>
      <dgm:t>
        <a:bodyPr/>
        <a:lstStyle/>
        <a:p>
          <a:endParaRPr lang="en-US" b="1"/>
        </a:p>
      </dgm:t>
    </dgm:pt>
    <dgm:pt modelId="{3FDB2348-A328-4F10-9A4C-209394D809EF}" type="sibTrans" cxnId="{91135C5E-81B9-4644-B9B4-9C6247FF41BE}">
      <dgm:prSet/>
      <dgm:spPr/>
      <dgm:t>
        <a:bodyPr/>
        <a:lstStyle/>
        <a:p>
          <a:endParaRPr lang="en-US" b="1"/>
        </a:p>
      </dgm:t>
    </dgm:pt>
    <dgm:pt modelId="{A8383797-A9E9-4FC5-9C1D-CD5AE98A1C50}" type="pres">
      <dgm:prSet presAssocID="{F9DC3C04-4F1F-495D-B2EB-01930FDE9C27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C107D3-569D-4A5D-BD9B-F44AC696907B}" type="pres">
      <dgm:prSet presAssocID="{327741C3-B222-4776-90FD-1317E4AB3031}" presName="compNode" presStyleCnt="0"/>
      <dgm:spPr/>
    </dgm:pt>
    <dgm:pt modelId="{27738360-128D-4EE2-BC1C-6F00C4E85B91}" type="pres">
      <dgm:prSet presAssocID="{327741C3-B222-4776-90FD-1317E4AB3031}" presName="aNode" presStyleLbl="bgShp" presStyleIdx="0" presStyleCnt="1" custLinFactNeighborX="20755" custLinFactNeighborY="-7292"/>
      <dgm:spPr/>
      <dgm:t>
        <a:bodyPr/>
        <a:lstStyle/>
        <a:p>
          <a:endParaRPr lang="en-US"/>
        </a:p>
      </dgm:t>
    </dgm:pt>
    <dgm:pt modelId="{D8E27C9B-550F-45D3-A329-92CB86D1918D}" type="pres">
      <dgm:prSet presAssocID="{327741C3-B222-4776-90FD-1317E4AB3031}" presName="textNode" presStyleLbl="bgShp" presStyleIdx="0" presStyleCnt="1"/>
      <dgm:spPr/>
      <dgm:t>
        <a:bodyPr/>
        <a:lstStyle/>
        <a:p>
          <a:endParaRPr lang="en-US"/>
        </a:p>
      </dgm:t>
    </dgm:pt>
    <dgm:pt modelId="{E2F83898-AF51-475E-BC7A-6608B37BAA34}" type="pres">
      <dgm:prSet presAssocID="{327741C3-B222-4776-90FD-1317E4AB3031}" presName="compChildNode" presStyleCnt="0"/>
      <dgm:spPr/>
    </dgm:pt>
    <dgm:pt modelId="{FB024AD0-B91D-48C3-91BA-73584E48F529}" type="pres">
      <dgm:prSet presAssocID="{327741C3-B222-4776-90FD-1317E4AB3031}" presName="theInnerList" presStyleCnt="0"/>
      <dgm:spPr/>
    </dgm:pt>
    <dgm:pt modelId="{B6B8E4FB-AD5E-498B-B53B-7F42D5B3F15B}" type="pres">
      <dgm:prSet presAssocID="{C239BCF2-B7B5-4668-ACC8-912C124140C4}" presName="childNode" presStyleLbl="node1" presStyleIdx="0" presStyleCnt="7" custLinFactY="-100000" custLinFactNeighborX="255" custLinFactNeighborY="-100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540A90-57A9-4903-B307-3E0552D76DF3}" type="pres">
      <dgm:prSet presAssocID="{C239BCF2-B7B5-4668-ACC8-912C124140C4}" presName="aSpace2" presStyleCnt="0"/>
      <dgm:spPr/>
    </dgm:pt>
    <dgm:pt modelId="{D8992AC9-8981-4640-8CFA-AA5B2DD4ADBD}" type="pres">
      <dgm:prSet presAssocID="{B265F450-8414-443A-A95F-E9E328D8BEA8}" presName="childNode" presStyleLbl="node1" presStyleIdx="1" presStyleCnt="7" custLinFactY="-78619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50AD5A-0B23-47C6-815F-2099D225A96D}" type="pres">
      <dgm:prSet presAssocID="{B265F450-8414-443A-A95F-E9E328D8BEA8}" presName="aSpace2" presStyleCnt="0"/>
      <dgm:spPr/>
    </dgm:pt>
    <dgm:pt modelId="{F17F9F63-DB7D-465D-BBBD-53B82B5D61DA}" type="pres">
      <dgm:prSet presAssocID="{B5A705F1-70CB-45D2-80F1-22402CA0D219}" presName="childNode" presStyleLbl="node1" presStyleIdx="2" presStyleCnt="7" custLinFactY="-52597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54B6AC-78E4-4AC3-AD25-D6AED50DA216}" type="pres">
      <dgm:prSet presAssocID="{B5A705F1-70CB-45D2-80F1-22402CA0D219}" presName="aSpace2" presStyleCnt="0"/>
      <dgm:spPr/>
    </dgm:pt>
    <dgm:pt modelId="{E96EE4B1-D67D-4677-8253-5B5E9E459C9A}" type="pres">
      <dgm:prSet presAssocID="{DDDB14E3-FC6F-40E5-9A4F-A8829B19ADF0}" presName="childNode" presStyleLbl="node1" presStyleIdx="3" presStyleCnt="7" custLinFactY="-26576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013035-0224-4662-B5A9-1C46BC1144CD}" type="pres">
      <dgm:prSet presAssocID="{DDDB14E3-FC6F-40E5-9A4F-A8829B19ADF0}" presName="aSpace2" presStyleCnt="0"/>
      <dgm:spPr/>
    </dgm:pt>
    <dgm:pt modelId="{E7219134-4FEF-4BE2-B3FA-55EDDE74E6F6}" type="pres">
      <dgm:prSet presAssocID="{49F1175F-6A77-406C-8AC5-B6144B8A8893}" presName="childNode" presStyleLbl="node1" presStyleIdx="4" presStyleCnt="7" custLinFactNeighborY="-385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7F584F-4BFE-41CD-B45A-5ED6B6E6A81E}" type="pres">
      <dgm:prSet presAssocID="{49F1175F-6A77-406C-8AC5-B6144B8A8893}" presName="aSpace2" presStyleCnt="0"/>
      <dgm:spPr/>
    </dgm:pt>
    <dgm:pt modelId="{DCFBD0DD-3F41-4B8D-9419-6D55A41D74CF}" type="pres">
      <dgm:prSet presAssocID="{E28A0195-BF4E-4510-87E7-C29EA6525DC7}" presName="childNode" presStyleLbl="node1" presStyleIdx="5" presStyleCnt="7" custLinFactY="4713" custLinFactNeighborX="-481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384751-CE2A-4BC3-903F-4A78B65860FC}" type="pres">
      <dgm:prSet presAssocID="{E28A0195-BF4E-4510-87E7-C29EA6525DC7}" presName="aSpace2" presStyleCnt="0"/>
      <dgm:spPr/>
    </dgm:pt>
    <dgm:pt modelId="{CED8296B-FF00-4E5F-8DF0-25BE89563FB7}" type="pres">
      <dgm:prSet presAssocID="{D273AA21-0B56-49DA-8625-0764E5C1434C}" presName="childNode" presStyleLbl="node1" presStyleIdx="6" presStyleCnt="7" custLinFactY="30735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C98D08-8068-4182-BCC6-95E5C6FC5279}" type="presOf" srcId="{B265F450-8414-443A-A95F-E9E328D8BEA8}" destId="{D8992AC9-8981-4640-8CFA-AA5B2DD4ADBD}" srcOrd="0" destOrd="0" presId="urn:microsoft.com/office/officeart/2005/8/layout/lProcess2"/>
    <dgm:cxn modelId="{25F11F12-005E-47D8-B1E8-CE48936EBDE4}" type="presOf" srcId="{327741C3-B222-4776-90FD-1317E4AB3031}" destId="{D8E27C9B-550F-45D3-A329-92CB86D1918D}" srcOrd="1" destOrd="0" presId="urn:microsoft.com/office/officeart/2005/8/layout/lProcess2"/>
    <dgm:cxn modelId="{3F13FB7F-1864-41AE-B821-1749299613CC}" srcId="{327741C3-B222-4776-90FD-1317E4AB3031}" destId="{49F1175F-6A77-406C-8AC5-B6144B8A8893}" srcOrd="4" destOrd="0" parTransId="{758CDA17-3BD0-4BC7-9A13-139EC7893F7D}" sibTransId="{F495E623-9444-4BE2-9860-DAF317711FF1}"/>
    <dgm:cxn modelId="{2EC6DFF6-570D-48AA-A567-6E21E0F548FE}" srcId="{327741C3-B222-4776-90FD-1317E4AB3031}" destId="{B5A705F1-70CB-45D2-80F1-22402CA0D219}" srcOrd="2" destOrd="0" parTransId="{A82E2B1E-7A1C-4CAC-A088-465C93C359A3}" sibTransId="{FFFBB6A3-F63C-4C83-B728-674ABA743389}"/>
    <dgm:cxn modelId="{A227205C-62F2-4963-AFF5-EB1AB89C1080}" type="presOf" srcId="{B5A705F1-70CB-45D2-80F1-22402CA0D219}" destId="{F17F9F63-DB7D-465D-BBBD-53B82B5D61DA}" srcOrd="0" destOrd="0" presId="urn:microsoft.com/office/officeart/2005/8/layout/lProcess2"/>
    <dgm:cxn modelId="{C7F54562-7917-4C67-A11F-A653C4D8CF3D}" type="presOf" srcId="{D273AA21-0B56-49DA-8625-0764E5C1434C}" destId="{CED8296B-FF00-4E5F-8DF0-25BE89563FB7}" srcOrd="0" destOrd="0" presId="urn:microsoft.com/office/officeart/2005/8/layout/lProcess2"/>
    <dgm:cxn modelId="{665A38E2-F5ED-4163-9216-737C678F2F11}" type="presOf" srcId="{C239BCF2-B7B5-4668-ACC8-912C124140C4}" destId="{B6B8E4FB-AD5E-498B-B53B-7F42D5B3F15B}" srcOrd="0" destOrd="0" presId="urn:microsoft.com/office/officeart/2005/8/layout/lProcess2"/>
    <dgm:cxn modelId="{0584D639-C50E-45E3-B7B5-DD42182F8DB3}" srcId="{F9DC3C04-4F1F-495D-B2EB-01930FDE9C27}" destId="{327741C3-B222-4776-90FD-1317E4AB3031}" srcOrd="0" destOrd="0" parTransId="{A50E5D70-3BF7-4608-912F-99CFEE4A0E1E}" sibTransId="{58D72EE0-BD6C-4F2E-A52B-1C8BE0A6605D}"/>
    <dgm:cxn modelId="{76C381DE-CF9D-4190-B24C-B62AF7D839B7}" type="presOf" srcId="{DDDB14E3-FC6F-40E5-9A4F-A8829B19ADF0}" destId="{E96EE4B1-D67D-4677-8253-5B5E9E459C9A}" srcOrd="0" destOrd="0" presId="urn:microsoft.com/office/officeart/2005/8/layout/lProcess2"/>
    <dgm:cxn modelId="{0CC45223-0C95-45E7-A877-19C15DB3ED42}" srcId="{327741C3-B222-4776-90FD-1317E4AB3031}" destId="{C239BCF2-B7B5-4668-ACC8-912C124140C4}" srcOrd="0" destOrd="0" parTransId="{62FC2C08-1311-4D53-A770-FDC05BDEF0BF}" sibTransId="{CED80C48-4D65-4A5C-AF4C-F5ABCF0E7F8F}"/>
    <dgm:cxn modelId="{91135C5E-81B9-4644-B9B4-9C6247FF41BE}" srcId="{327741C3-B222-4776-90FD-1317E4AB3031}" destId="{B265F450-8414-443A-A95F-E9E328D8BEA8}" srcOrd="1" destOrd="0" parTransId="{91A4B71B-CD8F-4BF7-A694-09B7B5DDD927}" sibTransId="{3FDB2348-A328-4F10-9A4C-209394D809EF}"/>
    <dgm:cxn modelId="{ED2EAC05-2A44-46C2-9368-5AEC4C68CE2C}" type="presOf" srcId="{327741C3-B222-4776-90FD-1317E4AB3031}" destId="{27738360-128D-4EE2-BC1C-6F00C4E85B91}" srcOrd="0" destOrd="0" presId="urn:microsoft.com/office/officeart/2005/8/layout/lProcess2"/>
    <dgm:cxn modelId="{D959C38E-75E3-441B-A5EC-F5BFF108F1F9}" srcId="{327741C3-B222-4776-90FD-1317E4AB3031}" destId="{E28A0195-BF4E-4510-87E7-C29EA6525DC7}" srcOrd="5" destOrd="0" parTransId="{90E46E88-269E-425C-BCB2-FC42D4C7B5EC}" sibTransId="{E3901113-3C50-4697-9C64-FBD6CF590F1D}"/>
    <dgm:cxn modelId="{B50C1854-B947-4181-BAC9-95C5C69AF525}" type="presOf" srcId="{49F1175F-6A77-406C-8AC5-B6144B8A8893}" destId="{E7219134-4FEF-4BE2-B3FA-55EDDE74E6F6}" srcOrd="0" destOrd="0" presId="urn:microsoft.com/office/officeart/2005/8/layout/lProcess2"/>
    <dgm:cxn modelId="{299593E5-CF9A-41E6-A4DC-59BF375D4A85}" type="presOf" srcId="{F9DC3C04-4F1F-495D-B2EB-01930FDE9C27}" destId="{A8383797-A9E9-4FC5-9C1D-CD5AE98A1C50}" srcOrd="0" destOrd="0" presId="urn:microsoft.com/office/officeart/2005/8/layout/lProcess2"/>
    <dgm:cxn modelId="{78E16C78-1FC0-4701-A09B-B916974A6782}" srcId="{327741C3-B222-4776-90FD-1317E4AB3031}" destId="{D273AA21-0B56-49DA-8625-0764E5C1434C}" srcOrd="6" destOrd="0" parTransId="{F52BA172-97B4-43E7-87FB-4BDA7DB15901}" sibTransId="{09408FEB-106C-4D0E-AE62-B6B65884B9E1}"/>
    <dgm:cxn modelId="{1DBF29EB-735E-4110-AA18-571DA086C7F0}" srcId="{327741C3-B222-4776-90FD-1317E4AB3031}" destId="{DDDB14E3-FC6F-40E5-9A4F-A8829B19ADF0}" srcOrd="3" destOrd="0" parTransId="{D8CB8EAD-715F-4CC5-A7AD-791FD23E8441}" sibTransId="{A988A9C8-073F-471E-8EA3-58109FE267D9}"/>
    <dgm:cxn modelId="{839941C4-8C50-4DB8-91BC-5AF731C11A93}" type="presOf" srcId="{E28A0195-BF4E-4510-87E7-C29EA6525DC7}" destId="{DCFBD0DD-3F41-4B8D-9419-6D55A41D74CF}" srcOrd="0" destOrd="0" presId="urn:microsoft.com/office/officeart/2005/8/layout/lProcess2"/>
    <dgm:cxn modelId="{0CFC1065-567C-4F9E-8A87-D74B67AAA1C0}" type="presParOf" srcId="{A8383797-A9E9-4FC5-9C1D-CD5AE98A1C50}" destId="{FAC107D3-569D-4A5D-BD9B-F44AC696907B}" srcOrd="0" destOrd="0" presId="urn:microsoft.com/office/officeart/2005/8/layout/lProcess2"/>
    <dgm:cxn modelId="{327BBDFB-24BE-4E0A-8B1D-C6467174AD28}" type="presParOf" srcId="{FAC107D3-569D-4A5D-BD9B-F44AC696907B}" destId="{27738360-128D-4EE2-BC1C-6F00C4E85B91}" srcOrd="0" destOrd="0" presId="urn:microsoft.com/office/officeart/2005/8/layout/lProcess2"/>
    <dgm:cxn modelId="{ABAE18A4-F465-4A14-BBFD-4996953F61E6}" type="presParOf" srcId="{FAC107D3-569D-4A5D-BD9B-F44AC696907B}" destId="{D8E27C9B-550F-45D3-A329-92CB86D1918D}" srcOrd="1" destOrd="0" presId="urn:microsoft.com/office/officeart/2005/8/layout/lProcess2"/>
    <dgm:cxn modelId="{150A8D8D-CBC5-4A35-AA49-589BFB4103CE}" type="presParOf" srcId="{FAC107D3-569D-4A5D-BD9B-F44AC696907B}" destId="{E2F83898-AF51-475E-BC7A-6608B37BAA34}" srcOrd="2" destOrd="0" presId="urn:microsoft.com/office/officeart/2005/8/layout/lProcess2"/>
    <dgm:cxn modelId="{4E2AC283-7248-4659-A982-6F9FE8A36D79}" type="presParOf" srcId="{E2F83898-AF51-475E-BC7A-6608B37BAA34}" destId="{FB024AD0-B91D-48C3-91BA-73584E48F529}" srcOrd="0" destOrd="0" presId="urn:microsoft.com/office/officeart/2005/8/layout/lProcess2"/>
    <dgm:cxn modelId="{AEEF2943-060C-4676-8A73-D278580665A2}" type="presParOf" srcId="{FB024AD0-B91D-48C3-91BA-73584E48F529}" destId="{B6B8E4FB-AD5E-498B-B53B-7F42D5B3F15B}" srcOrd="0" destOrd="0" presId="urn:microsoft.com/office/officeart/2005/8/layout/lProcess2"/>
    <dgm:cxn modelId="{6104823E-8F68-4950-84A7-85C2DCB82E2B}" type="presParOf" srcId="{FB024AD0-B91D-48C3-91BA-73584E48F529}" destId="{D5540A90-57A9-4903-B307-3E0552D76DF3}" srcOrd="1" destOrd="0" presId="urn:microsoft.com/office/officeart/2005/8/layout/lProcess2"/>
    <dgm:cxn modelId="{E2D8DC26-4B0F-41CE-BBB1-7D6E321B0213}" type="presParOf" srcId="{FB024AD0-B91D-48C3-91BA-73584E48F529}" destId="{D8992AC9-8981-4640-8CFA-AA5B2DD4ADBD}" srcOrd="2" destOrd="0" presId="urn:microsoft.com/office/officeart/2005/8/layout/lProcess2"/>
    <dgm:cxn modelId="{FCACEDB4-7FD4-4A81-9ECC-93FE61A5ACD8}" type="presParOf" srcId="{FB024AD0-B91D-48C3-91BA-73584E48F529}" destId="{CA50AD5A-0B23-47C6-815F-2099D225A96D}" srcOrd="3" destOrd="0" presId="urn:microsoft.com/office/officeart/2005/8/layout/lProcess2"/>
    <dgm:cxn modelId="{919301A3-8F02-4DA7-B32D-8FB025C371DA}" type="presParOf" srcId="{FB024AD0-B91D-48C3-91BA-73584E48F529}" destId="{F17F9F63-DB7D-465D-BBBD-53B82B5D61DA}" srcOrd="4" destOrd="0" presId="urn:microsoft.com/office/officeart/2005/8/layout/lProcess2"/>
    <dgm:cxn modelId="{CFA345D6-3135-4D19-9FD5-5945FE74AC66}" type="presParOf" srcId="{FB024AD0-B91D-48C3-91BA-73584E48F529}" destId="{9F54B6AC-78E4-4AC3-AD25-D6AED50DA216}" srcOrd="5" destOrd="0" presId="urn:microsoft.com/office/officeart/2005/8/layout/lProcess2"/>
    <dgm:cxn modelId="{F6DD7A2D-3B4D-46B4-B0A1-21EE66D0A7D4}" type="presParOf" srcId="{FB024AD0-B91D-48C3-91BA-73584E48F529}" destId="{E96EE4B1-D67D-4677-8253-5B5E9E459C9A}" srcOrd="6" destOrd="0" presId="urn:microsoft.com/office/officeart/2005/8/layout/lProcess2"/>
    <dgm:cxn modelId="{8FDAA9D4-B453-470F-A352-7E650B388D6E}" type="presParOf" srcId="{FB024AD0-B91D-48C3-91BA-73584E48F529}" destId="{5F013035-0224-4662-B5A9-1C46BC1144CD}" srcOrd="7" destOrd="0" presId="urn:microsoft.com/office/officeart/2005/8/layout/lProcess2"/>
    <dgm:cxn modelId="{53F31D73-AFEB-44FF-A1F1-F26B50B707C0}" type="presParOf" srcId="{FB024AD0-B91D-48C3-91BA-73584E48F529}" destId="{E7219134-4FEF-4BE2-B3FA-55EDDE74E6F6}" srcOrd="8" destOrd="0" presId="urn:microsoft.com/office/officeart/2005/8/layout/lProcess2"/>
    <dgm:cxn modelId="{00704D67-296F-4BDC-976E-4E5FCA34FE07}" type="presParOf" srcId="{FB024AD0-B91D-48C3-91BA-73584E48F529}" destId="{4F7F584F-4BFE-41CD-B45A-5ED6B6E6A81E}" srcOrd="9" destOrd="0" presId="urn:microsoft.com/office/officeart/2005/8/layout/lProcess2"/>
    <dgm:cxn modelId="{277B108A-107C-4A8B-8F68-8FA8A0148530}" type="presParOf" srcId="{FB024AD0-B91D-48C3-91BA-73584E48F529}" destId="{DCFBD0DD-3F41-4B8D-9419-6D55A41D74CF}" srcOrd="10" destOrd="0" presId="urn:microsoft.com/office/officeart/2005/8/layout/lProcess2"/>
    <dgm:cxn modelId="{5915FDEC-2D7D-4FE5-8867-BCD7D12FF324}" type="presParOf" srcId="{FB024AD0-B91D-48C3-91BA-73584E48F529}" destId="{E6384751-CE2A-4BC3-903F-4A78B65860FC}" srcOrd="11" destOrd="0" presId="urn:microsoft.com/office/officeart/2005/8/layout/lProcess2"/>
    <dgm:cxn modelId="{543CE190-93C7-425A-8D47-728C92427C3A}" type="presParOf" srcId="{FB024AD0-B91D-48C3-91BA-73584E48F529}" destId="{CED8296B-FF00-4E5F-8DF0-25BE89563FB7}" srcOrd="12" destOrd="0" presId="urn:microsoft.com/office/officeart/2005/8/layout/lProcess2"/>
  </dgm:cxnLst>
  <dgm:bg>
    <a:solidFill>
      <a:srgbClr val="FF0000"/>
    </a:solidFill>
  </dgm:bg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DC3C04-4F1F-495D-B2EB-01930FDE9C27}" type="doc">
      <dgm:prSet loTypeId="urn:microsoft.com/office/officeart/2005/8/layout/lProcess2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27741C3-B222-4776-90FD-1317E4AB3031}">
      <dgm:prSet phldrT="[Text]" custT="1"/>
      <dgm:spPr/>
      <dgm:t>
        <a:bodyPr anchor="t"/>
        <a:lstStyle/>
        <a:p>
          <a:pPr>
            <a:spcAft>
              <a:spcPts val="0"/>
            </a:spcAft>
          </a:pPr>
          <a:r>
            <a:rPr lang="en-US" sz="3200" b="1" dirty="0" smtClean="0">
              <a:latin typeface="+mj-lt"/>
            </a:rPr>
            <a:t>Liquid</a:t>
          </a:r>
        </a:p>
        <a:p>
          <a:pPr>
            <a:spcAft>
              <a:spcPts val="0"/>
            </a:spcAft>
          </a:pPr>
          <a:r>
            <a:rPr lang="en-US" sz="3200" b="1" dirty="0" smtClean="0">
              <a:latin typeface="+mj-lt"/>
            </a:rPr>
            <a:t>Measurement</a:t>
          </a:r>
          <a:endParaRPr lang="en-US" sz="3200" b="1" dirty="0">
            <a:latin typeface="+mj-lt"/>
          </a:endParaRPr>
        </a:p>
      </dgm:t>
    </dgm:pt>
    <dgm:pt modelId="{A50E5D70-3BF7-4608-912F-99CFEE4A0E1E}" type="parTrans" cxnId="{0584D639-C50E-45E3-B7B5-DD42182F8DB3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58D72EE0-BD6C-4F2E-A52B-1C8BE0A6605D}" type="sibTrans" cxnId="{0584D639-C50E-45E3-B7B5-DD42182F8DB3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C239BCF2-B7B5-4668-ACC8-912C124140C4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Kilolitre</a:t>
          </a:r>
          <a:endParaRPr lang="en-US" b="1" dirty="0">
            <a:latin typeface="+mj-lt"/>
          </a:endParaRPr>
        </a:p>
      </dgm:t>
    </dgm:pt>
    <dgm:pt modelId="{62FC2C08-1311-4D53-A770-FDC05BDEF0BF}" type="parTrans" cxnId="{0CC45223-0C95-45E7-A877-19C15DB3ED42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CED80C48-4D65-4A5C-AF4C-F5ABCF0E7F8F}" type="sibTrans" cxnId="{0CC45223-0C95-45E7-A877-19C15DB3ED42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D273AA21-0B56-49DA-8625-0764E5C1434C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Millilitre</a:t>
          </a:r>
          <a:endParaRPr lang="en-US" b="1" dirty="0">
            <a:latin typeface="+mj-lt"/>
          </a:endParaRPr>
        </a:p>
      </dgm:t>
    </dgm:pt>
    <dgm:pt modelId="{F52BA172-97B4-43E7-87FB-4BDA7DB15901}" type="parTrans" cxnId="{78E16C78-1FC0-4701-A09B-B916974A6782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09408FEB-106C-4D0E-AE62-B6B65884B9E1}" type="sibTrans" cxnId="{78E16C78-1FC0-4701-A09B-B916974A6782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B5A705F1-70CB-45D2-80F1-22402CA0D219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Decalitre</a:t>
          </a:r>
          <a:endParaRPr lang="en-US" b="1" dirty="0">
            <a:latin typeface="+mj-lt"/>
          </a:endParaRPr>
        </a:p>
      </dgm:t>
    </dgm:pt>
    <dgm:pt modelId="{A82E2B1E-7A1C-4CAC-A088-465C93C359A3}" type="parTrans" cxnId="{2EC6DFF6-570D-48AA-A567-6E21E0F548FE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FFFBB6A3-F63C-4C83-B728-674ABA743389}" type="sibTrans" cxnId="{2EC6DFF6-570D-48AA-A567-6E21E0F548FE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DDDB14E3-FC6F-40E5-9A4F-A8829B19ADF0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Litre</a:t>
          </a:r>
          <a:endParaRPr lang="en-US" b="1" dirty="0">
            <a:latin typeface="+mj-lt"/>
          </a:endParaRPr>
        </a:p>
      </dgm:t>
    </dgm:pt>
    <dgm:pt modelId="{D8CB8EAD-715F-4CC5-A7AD-791FD23E8441}" type="parTrans" cxnId="{1DBF29EB-735E-4110-AA18-571DA086C7F0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A988A9C8-073F-471E-8EA3-58109FE267D9}" type="sibTrans" cxnId="{1DBF29EB-735E-4110-AA18-571DA086C7F0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49F1175F-6A77-406C-8AC5-B6144B8A8893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Decilitre</a:t>
          </a:r>
          <a:endParaRPr lang="en-US" b="1" dirty="0">
            <a:latin typeface="+mj-lt"/>
          </a:endParaRPr>
        </a:p>
      </dgm:t>
    </dgm:pt>
    <dgm:pt modelId="{758CDA17-3BD0-4BC7-9A13-139EC7893F7D}" type="parTrans" cxnId="{3F13FB7F-1864-41AE-B821-1749299613CC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F495E623-9444-4BE2-9860-DAF317711FF1}" type="sibTrans" cxnId="{3F13FB7F-1864-41AE-B821-1749299613CC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E28A0195-BF4E-4510-87E7-C29EA6525DC7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Centilitre</a:t>
          </a:r>
          <a:endParaRPr lang="en-US" b="1" dirty="0">
            <a:latin typeface="+mj-lt"/>
          </a:endParaRPr>
        </a:p>
      </dgm:t>
    </dgm:pt>
    <dgm:pt modelId="{90E46E88-269E-425C-BCB2-FC42D4C7B5EC}" type="parTrans" cxnId="{D959C38E-75E3-441B-A5EC-F5BFF108F1F9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E3901113-3C50-4697-9C64-FBD6CF590F1D}" type="sibTrans" cxnId="{D959C38E-75E3-441B-A5EC-F5BFF108F1F9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B265F450-8414-443A-A95F-E9E328D8BEA8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Hectolitre</a:t>
          </a:r>
          <a:endParaRPr lang="en-US" b="1" dirty="0">
            <a:latin typeface="+mj-lt"/>
          </a:endParaRPr>
        </a:p>
      </dgm:t>
    </dgm:pt>
    <dgm:pt modelId="{91A4B71B-CD8F-4BF7-A694-09B7B5DDD927}" type="parTrans" cxnId="{91135C5E-81B9-4644-B9B4-9C6247FF41BE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3FDB2348-A328-4F10-9A4C-209394D809EF}" type="sibTrans" cxnId="{91135C5E-81B9-4644-B9B4-9C6247FF41BE}">
      <dgm:prSet/>
      <dgm:spPr/>
      <dgm:t>
        <a:bodyPr/>
        <a:lstStyle/>
        <a:p>
          <a:endParaRPr lang="en-US" b="1">
            <a:latin typeface="+mj-lt"/>
          </a:endParaRPr>
        </a:p>
      </dgm:t>
    </dgm:pt>
    <dgm:pt modelId="{A8383797-A9E9-4FC5-9C1D-CD5AE98A1C50}" type="pres">
      <dgm:prSet presAssocID="{F9DC3C04-4F1F-495D-B2EB-01930FDE9C27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C107D3-569D-4A5D-BD9B-F44AC696907B}" type="pres">
      <dgm:prSet presAssocID="{327741C3-B222-4776-90FD-1317E4AB3031}" presName="compNode" presStyleCnt="0"/>
      <dgm:spPr/>
    </dgm:pt>
    <dgm:pt modelId="{27738360-128D-4EE2-BC1C-6F00C4E85B91}" type="pres">
      <dgm:prSet presAssocID="{327741C3-B222-4776-90FD-1317E4AB3031}" presName="aNode" presStyleLbl="bgShp" presStyleIdx="0" presStyleCnt="1" custLinFactNeighborX="20755" custLinFactNeighborY="-7292"/>
      <dgm:spPr/>
      <dgm:t>
        <a:bodyPr/>
        <a:lstStyle/>
        <a:p>
          <a:endParaRPr lang="en-US"/>
        </a:p>
      </dgm:t>
    </dgm:pt>
    <dgm:pt modelId="{D8E27C9B-550F-45D3-A329-92CB86D1918D}" type="pres">
      <dgm:prSet presAssocID="{327741C3-B222-4776-90FD-1317E4AB3031}" presName="textNode" presStyleLbl="bgShp" presStyleIdx="0" presStyleCnt="1"/>
      <dgm:spPr/>
      <dgm:t>
        <a:bodyPr/>
        <a:lstStyle/>
        <a:p>
          <a:endParaRPr lang="en-US"/>
        </a:p>
      </dgm:t>
    </dgm:pt>
    <dgm:pt modelId="{E2F83898-AF51-475E-BC7A-6608B37BAA34}" type="pres">
      <dgm:prSet presAssocID="{327741C3-B222-4776-90FD-1317E4AB3031}" presName="compChildNode" presStyleCnt="0"/>
      <dgm:spPr/>
    </dgm:pt>
    <dgm:pt modelId="{FB024AD0-B91D-48C3-91BA-73584E48F529}" type="pres">
      <dgm:prSet presAssocID="{327741C3-B222-4776-90FD-1317E4AB3031}" presName="theInnerList" presStyleCnt="0"/>
      <dgm:spPr/>
    </dgm:pt>
    <dgm:pt modelId="{B6B8E4FB-AD5E-498B-B53B-7F42D5B3F15B}" type="pres">
      <dgm:prSet presAssocID="{C239BCF2-B7B5-4668-ACC8-912C124140C4}" presName="childNode" presStyleLbl="node1" presStyleIdx="0" presStyleCnt="7" custLinFactY="-100000" custLinFactNeighborX="255" custLinFactNeighborY="-10013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540A90-57A9-4903-B307-3E0552D76DF3}" type="pres">
      <dgm:prSet presAssocID="{C239BCF2-B7B5-4668-ACC8-912C124140C4}" presName="aSpace2" presStyleCnt="0"/>
      <dgm:spPr/>
    </dgm:pt>
    <dgm:pt modelId="{D8992AC9-8981-4640-8CFA-AA5B2DD4ADBD}" type="pres">
      <dgm:prSet presAssocID="{B265F450-8414-443A-A95F-E9E328D8BEA8}" presName="childNode" presStyleLbl="node1" presStyleIdx="1" presStyleCnt="7" custLinFactY="-78619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50AD5A-0B23-47C6-815F-2099D225A96D}" type="pres">
      <dgm:prSet presAssocID="{B265F450-8414-443A-A95F-E9E328D8BEA8}" presName="aSpace2" presStyleCnt="0"/>
      <dgm:spPr/>
    </dgm:pt>
    <dgm:pt modelId="{F17F9F63-DB7D-465D-BBBD-53B82B5D61DA}" type="pres">
      <dgm:prSet presAssocID="{B5A705F1-70CB-45D2-80F1-22402CA0D219}" presName="childNode" presStyleLbl="node1" presStyleIdx="2" presStyleCnt="7" custLinFactY="-52597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54B6AC-78E4-4AC3-AD25-D6AED50DA216}" type="pres">
      <dgm:prSet presAssocID="{B5A705F1-70CB-45D2-80F1-22402CA0D219}" presName="aSpace2" presStyleCnt="0"/>
      <dgm:spPr/>
    </dgm:pt>
    <dgm:pt modelId="{E96EE4B1-D67D-4677-8253-5B5E9E459C9A}" type="pres">
      <dgm:prSet presAssocID="{DDDB14E3-FC6F-40E5-9A4F-A8829B19ADF0}" presName="childNode" presStyleLbl="node1" presStyleIdx="3" presStyleCnt="7" custLinFactY="-26576" custLinFactNeighborX="25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013035-0224-4662-B5A9-1C46BC1144CD}" type="pres">
      <dgm:prSet presAssocID="{DDDB14E3-FC6F-40E5-9A4F-A8829B19ADF0}" presName="aSpace2" presStyleCnt="0"/>
      <dgm:spPr/>
    </dgm:pt>
    <dgm:pt modelId="{E7219134-4FEF-4BE2-B3FA-55EDDE74E6F6}" type="pres">
      <dgm:prSet presAssocID="{49F1175F-6A77-406C-8AC5-B6144B8A8893}" presName="childNode" presStyleLbl="node1" presStyleIdx="4" presStyleCnt="7" custLinFactNeighborY="-385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7F584F-4BFE-41CD-B45A-5ED6B6E6A81E}" type="pres">
      <dgm:prSet presAssocID="{49F1175F-6A77-406C-8AC5-B6144B8A8893}" presName="aSpace2" presStyleCnt="0"/>
      <dgm:spPr/>
    </dgm:pt>
    <dgm:pt modelId="{DCFBD0DD-3F41-4B8D-9419-6D55A41D74CF}" type="pres">
      <dgm:prSet presAssocID="{E28A0195-BF4E-4510-87E7-C29EA6525DC7}" presName="childNode" presStyleLbl="node1" presStyleIdx="5" presStyleCnt="7" custLinFactY="4713" custLinFactNeighborX="-481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384751-CE2A-4BC3-903F-4A78B65860FC}" type="pres">
      <dgm:prSet presAssocID="{E28A0195-BF4E-4510-87E7-C29EA6525DC7}" presName="aSpace2" presStyleCnt="0"/>
      <dgm:spPr/>
    </dgm:pt>
    <dgm:pt modelId="{CED8296B-FF00-4E5F-8DF0-25BE89563FB7}" type="pres">
      <dgm:prSet presAssocID="{D273AA21-0B56-49DA-8625-0764E5C1434C}" presName="childNode" presStyleLbl="node1" presStyleIdx="6" presStyleCnt="7" custLinFactY="30735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5C28029-2DD6-4E94-A341-813EC7213BAA}" type="presOf" srcId="{B5A705F1-70CB-45D2-80F1-22402CA0D219}" destId="{F17F9F63-DB7D-465D-BBBD-53B82B5D61DA}" srcOrd="0" destOrd="0" presId="urn:microsoft.com/office/officeart/2005/8/layout/lProcess2"/>
    <dgm:cxn modelId="{158E428F-97AC-4D4F-A8CD-F689D7F5274C}" type="presOf" srcId="{B265F450-8414-443A-A95F-E9E328D8BEA8}" destId="{D8992AC9-8981-4640-8CFA-AA5B2DD4ADBD}" srcOrd="0" destOrd="0" presId="urn:microsoft.com/office/officeart/2005/8/layout/lProcess2"/>
    <dgm:cxn modelId="{3F13FB7F-1864-41AE-B821-1749299613CC}" srcId="{327741C3-B222-4776-90FD-1317E4AB3031}" destId="{49F1175F-6A77-406C-8AC5-B6144B8A8893}" srcOrd="4" destOrd="0" parTransId="{758CDA17-3BD0-4BC7-9A13-139EC7893F7D}" sibTransId="{F495E623-9444-4BE2-9860-DAF317711FF1}"/>
    <dgm:cxn modelId="{118E43CB-7BC6-43D1-AF01-A5E4A5C67527}" type="presOf" srcId="{327741C3-B222-4776-90FD-1317E4AB3031}" destId="{27738360-128D-4EE2-BC1C-6F00C4E85B91}" srcOrd="0" destOrd="0" presId="urn:microsoft.com/office/officeart/2005/8/layout/lProcess2"/>
    <dgm:cxn modelId="{9F01F835-269E-4590-8CA7-5C1CB8DED3C1}" type="presOf" srcId="{E28A0195-BF4E-4510-87E7-C29EA6525DC7}" destId="{DCFBD0DD-3F41-4B8D-9419-6D55A41D74CF}" srcOrd="0" destOrd="0" presId="urn:microsoft.com/office/officeart/2005/8/layout/lProcess2"/>
    <dgm:cxn modelId="{2EC6DFF6-570D-48AA-A567-6E21E0F548FE}" srcId="{327741C3-B222-4776-90FD-1317E4AB3031}" destId="{B5A705F1-70CB-45D2-80F1-22402CA0D219}" srcOrd="2" destOrd="0" parTransId="{A82E2B1E-7A1C-4CAC-A088-465C93C359A3}" sibTransId="{FFFBB6A3-F63C-4C83-B728-674ABA743389}"/>
    <dgm:cxn modelId="{ADA15EAF-7C73-458D-8F18-FCDC6078FAE0}" type="presOf" srcId="{327741C3-B222-4776-90FD-1317E4AB3031}" destId="{D8E27C9B-550F-45D3-A329-92CB86D1918D}" srcOrd="1" destOrd="0" presId="urn:microsoft.com/office/officeart/2005/8/layout/lProcess2"/>
    <dgm:cxn modelId="{0584D639-C50E-45E3-B7B5-DD42182F8DB3}" srcId="{F9DC3C04-4F1F-495D-B2EB-01930FDE9C27}" destId="{327741C3-B222-4776-90FD-1317E4AB3031}" srcOrd="0" destOrd="0" parTransId="{A50E5D70-3BF7-4608-912F-99CFEE4A0E1E}" sibTransId="{58D72EE0-BD6C-4F2E-A52B-1C8BE0A6605D}"/>
    <dgm:cxn modelId="{0CC45223-0C95-45E7-A877-19C15DB3ED42}" srcId="{327741C3-B222-4776-90FD-1317E4AB3031}" destId="{C239BCF2-B7B5-4668-ACC8-912C124140C4}" srcOrd="0" destOrd="0" parTransId="{62FC2C08-1311-4D53-A770-FDC05BDEF0BF}" sibTransId="{CED80C48-4D65-4A5C-AF4C-F5ABCF0E7F8F}"/>
    <dgm:cxn modelId="{CB92C108-042B-4AF3-9963-BA92250C8100}" type="presOf" srcId="{C239BCF2-B7B5-4668-ACC8-912C124140C4}" destId="{B6B8E4FB-AD5E-498B-B53B-7F42D5B3F15B}" srcOrd="0" destOrd="0" presId="urn:microsoft.com/office/officeart/2005/8/layout/lProcess2"/>
    <dgm:cxn modelId="{D17583C1-D9A5-456B-8725-B6ED75F8EC0F}" type="presOf" srcId="{DDDB14E3-FC6F-40E5-9A4F-A8829B19ADF0}" destId="{E96EE4B1-D67D-4677-8253-5B5E9E459C9A}" srcOrd="0" destOrd="0" presId="urn:microsoft.com/office/officeart/2005/8/layout/lProcess2"/>
    <dgm:cxn modelId="{99928B78-F9DB-4088-8CFC-BA6E04855099}" type="presOf" srcId="{49F1175F-6A77-406C-8AC5-B6144B8A8893}" destId="{E7219134-4FEF-4BE2-B3FA-55EDDE74E6F6}" srcOrd="0" destOrd="0" presId="urn:microsoft.com/office/officeart/2005/8/layout/lProcess2"/>
    <dgm:cxn modelId="{91135C5E-81B9-4644-B9B4-9C6247FF41BE}" srcId="{327741C3-B222-4776-90FD-1317E4AB3031}" destId="{B265F450-8414-443A-A95F-E9E328D8BEA8}" srcOrd="1" destOrd="0" parTransId="{91A4B71B-CD8F-4BF7-A694-09B7B5DDD927}" sibTransId="{3FDB2348-A328-4F10-9A4C-209394D809EF}"/>
    <dgm:cxn modelId="{ADBA58FB-EAEE-4B93-9646-E08BC9BC0D4D}" type="presOf" srcId="{F9DC3C04-4F1F-495D-B2EB-01930FDE9C27}" destId="{A8383797-A9E9-4FC5-9C1D-CD5AE98A1C50}" srcOrd="0" destOrd="0" presId="urn:microsoft.com/office/officeart/2005/8/layout/lProcess2"/>
    <dgm:cxn modelId="{D959C38E-75E3-441B-A5EC-F5BFF108F1F9}" srcId="{327741C3-B222-4776-90FD-1317E4AB3031}" destId="{E28A0195-BF4E-4510-87E7-C29EA6525DC7}" srcOrd="5" destOrd="0" parTransId="{90E46E88-269E-425C-BCB2-FC42D4C7B5EC}" sibTransId="{E3901113-3C50-4697-9C64-FBD6CF590F1D}"/>
    <dgm:cxn modelId="{78E16C78-1FC0-4701-A09B-B916974A6782}" srcId="{327741C3-B222-4776-90FD-1317E4AB3031}" destId="{D273AA21-0B56-49DA-8625-0764E5C1434C}" srcOrd="6" destOrd="0" parTransId="{F52BA172-97B4-43E7-87FB-4BDA7DB15901}" sibTransId="{09408FEB-106C-4D0E-AE62-B6B65884B9E1}"/>
    <dgm:cxn modelId="{1DBF29EB-735E-4110-AA18-571DA086C7F0}" srcId="{327741C3-B222-4776-90FD-1317E4AB3031}" destId="{DDDB14E3-FC6F-40E5-9A4F-A8829B19ADF0}" srcOrd="3" destOrd="0" parTransId="{D8CB8EAD-715F-4CC5-A7AD-791FD23E8441}" sibTransId="{A988A9C8-073F-471E-8EA3-58109FE267D9}"/>
    <dgm:cxn modelId="{A05F8C97-A787-4AFE-92EE-53A5B7B90C55}" type="presOf" srcId="{D273AA21-0B56-49DA-8625-0764E5C1434C}" destId="{CED8296B-FF00-4E5F-8DF0-25BE89563FB7}" srcOrd="0" destOrd="0" presId="urn:microsoft.com/office/officeart/2005/8/layout/lProcess2"/>
    <dgm:cxn modelId="{94A71841-7C3D-49AA-86A6-F5CA81121F7E}" type="presParOf" srcId="{A8383797-A9E9-4FC5-9C1D-CD5AE98A1C50}" destId="{FAC107D3-569D-4A5D-BD9B-F44AC696907B}" srcOrd="0" destOrd="0" presId="urn:microsoft.com/office/officeart/2005/8/layout/lProcess2"/>
    <dgm:cxn modelId="{96B1ED1B-A0C9-4B39-B133-7608077A336D}" type="presParOf" srcId="{FAC107D3-569D-4A5D-BD9B-F44AC696907B}" destId="{27738360-128D-4EE2-BC1C-6F00C4E85B91}" srcOrd="0" destOrd="0" presId="urn:microsoft.com/office/officeart/2005/8/layout/lProcess2"/>
    <dgm:cxn modelId="{876B9A99-6AD1-4420-969D-8790B7A4EF5B}" type="presParOf" srcId="{FAC107D3-569D-4A5D-BD9B-F44AC696907B}" destId="{D8E27C9B-550F-45D3-A329-92CB86D1918D}" srcOrd="1" destOrd="0" presId="urn:microsoft.com/office/officeart/2005/8/layout/lProcess2"/>
    <dgm:cxn modelId="{7EC3F8C6-83BC-452E-A845-FD2F477024A1}" type="presParOf" srcId="{FAC107D3-569D-4A5D-BD9B-F44AC696907B}" destId="{E2F83898-AF51-475E-BC7A-6608B37BAA34}" srcOrd="2" destOrd="0" presId="urn:microsoft.com/office/officeart/2005/8/layout/lProcess2"/>
    <dgm:cxn modelId="{4C115751-A748-4032-A656-100D0D36FD8B}" type="presParOf" srcId="{E2F83898-AF51-475E-BC7A-6608B37BAA34}" destId="{FB024AD0-B91D-48C3-91BA-73584E48F529}" srcOrd="0" destOrd="0" presId="urn:microsoft.com/office/officeart/2005/8/layout/lProcess2"/>
    <dgm:cxn modelId="{51DD4BBB-5014-4FB3-96D0-587846B54180}" type="presParOf" srcId="{FB024AD0-B91D-48C3-91BA-73584E48F529}" destId="{B6B8E4FB-AD5E-498B-B53B-7F42D5B3F15B}" srcOrd="0" destOrd="0" presId="urn:microsoft.com/office/officeart/2005/8/layout/lProcess2"/>
    <dgm:cxn modelId="{44D7F3CD-4E19-49EC-A96D-1DB6ECD28A4C}" type="presParOf" srcId="{FB024AD0-B91D-48C3-91BA-73584E48F529}" destId="{D5540A90-57A9-4903-B307-3E0552D76DF3}" srcOrd="1" destOrd="0" presId="urn:microsoft.com/office/officeart/2005/8/layout/lProcess2"/>
    <dgm:cxn modelId="{FBC77ACC-0523-4C92-85EB-5853622D2DFA}" type="presParOf" srcId="{FB024AD0-B91D-48C3-91BA-73584E48F529}" destId="{D8992AC9-8981-4640-8CFA-AA5B2DD4ADBD}" srcOrd="2" destOrd="0" presId="urn:microsoft.com/office/officeart/2005/8/layout/lProcess2"/>
    <dgm:cxn modelId="{DA08BE33-2F0E-47CB-9522-8DA06633DAAD}" type="presParOf" srcId="{FB024AD0-B91D-48C3-91BA-73584E48F529}" destId="{CA50AD5A-0B23-47C6-815F-2099D225A96D}" srcOrd="3" destOrd="0" presId="urn:microsoft.com/office/officeart/2005/8/layout/lProcess2"/>
    <dgm:cxn modelId="{392A8F25-C45F-4010-8FBE-9D1B98EA203F}" type="presParOf" srcId="{FB024AD0-B91D-48C3-91BA-73584E48F529}" destId="{F17F9F63-DB7D-465D-BBBD-53B82B5D61DA}" srcOrd="4" destOrd="0" presId="urn:microsoft.com/office/officeart/2005/8/layout/lProcess2"/>
    <dgm:cxn modelId="{2A182D23-6985-4294-B584-FD382D5D837E}" type="presParOf" srcId="{FB024AD0-B91D-48C3-91BA-73584E48F529}" destId="{9F54B6AC-78E4-4AC3-AD25-D6AED50DA216}" srcOrd="5" destOrd="0" presId="urn:microsoft.com/office/officeart/2005/8/layout/lProcess2"/>
    <dgm:cxn modelId="{17CCB60D-2BD8-488D-B298-B659C8492104}" type="presParOf" srcId="{FB024AD0-B91D-48C3-91BA-73584E48F529}" destId="{E96EE4B1-D67D-4677-8253-5B5E9E459C9A}" srcOrd="6" destOrd="0" presId="urn:microsoft.com/office/officeart/2005/8/layout/lProcess2"/>
    <dgm:cxn modelId="{D810F631-94C4-45CA-9AF6-B66EC8DA8625}" type="presParOf" srcId="{FB024AD0-B91D-48C3-91BA-73584E48F529}" destId="{5F013035-0224-4662-B5A9-1C46BC1144CD}" srcOrd="7" destOrd="0" presId="urn:microsoft.com/office/officeart/2005/8/layout/lProcess2"/>
    <dgm:cxn modelId="{70C0AB72-FCE1-4C9D-90FA-58DF12E4174C}" type="presParOf" srcId="{FB024AD0-B91D-48C3-91BA-73584E48F529}" destId="{E7219134-4FEF-4BE2-B3FA-55EDDE74E6F6}" srcOrd="8" destOrd="0" presId="urn:microsoft.com/office/officeart/2005/8/layout/lProcess2"/>
    <dgm:cxn modelId="{8EDBBB13-387A-46A9-9C7E-E7661A3EBA13}" type="presParOf" srcId="{FB024AD0-B91D-48C3-91BA-73584E48F529}" destId="{4F7F584F-4BFE-41CD-B45A-5ED6B6E6A81E}" srcOrd="9" destOrd="0" presId="urn:microsoft.com/office/officeart/2005/8/layout/lProcess2"/>
    <dgm:cxn modelId="{BD725681-5B98-46A7-9815-C82EB1306F4F}" type="presParOf" srcId="{FB024AD0-B91D-48C3-91BA-73584E48F529}" destId="{DCFBD0DD-3F41-4B8D-9419-6D55A41D74CF}" srcOrd="10" destOrd="0" presId="urn:microsoft.com/office/officeart/2005/8/layout/lProcess2"/>
    <dgm:cxn modelId="{A40EA1F1-11E2-49E0-8BAF-FC46104C8C56}" type="presParOf" srcId="{FB024AD0-B91D-48C3-91BA-73584E48F529}" destId="{E6384751-CE2A-4BC3-903F-4A78B65860FC}" srcOrd="11" destOrd="0" presId="urn:microsoft.com/office/officeart/2005/8/layout/lProcess2"/>
    <dgm:cxn modelId="{C6D8E66C-DA8F-478B-AEC8-02ACF1489F3F}" type="presParOf" srcId="{FB024AD0-B91D-48C3-91BA-73584E48F529}" destId="{CED8296B-FF00-4E5F-8DF0-25BE89563FB7}" srcOrd="12" destOrd="0" presId="urn:microsoft.com/office/officeart/2005/8/layout/lProcess2"/>
  </dgm:cxnLst>
  <dgm:bg>
    <a:solidFill>
      <a:srgbClr val="FF0000"/>
    </a:solidFill>
  </dgm:bg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DC3C04-4F1F-495D-B2EB-01930FDE9C27}" type="doc">
      <dgm:prSet loTypeId="urn:microsoft.com/office/officeart/2005/8/layout/lProcess2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27741C3-B222-4776-90FD-1317E4AB3031}">
      <dgm:prSet phldrT="[Text]" custT="1"/>
      <dgm:spPr/>
      <dgm:t>
        <a:bodyPr anchor="t"/>
        <a:lstStyle/>
        <a:p>
          <a:pPr>
            <a:spcAft>
              <a:spcPts val="0"/>
            </a:spcAft>
          </a:pPr>
          <a:r>
            <a:rPr lang="en-US" sz="3200" b="1" dirty="0" smtClean="0">
              <a:latin typeface="+mj-lt"/>
            </a:rPr>
            <a:t>Money</a:t>
          </a:r>
        </a:p>
        <a:p>
          <a:pPr>
            <a:spcAft>
              <a:spcPts val="0"/>
            </a:spcAft>
          </a:pPr>
          <a:r>
            <a:rPr lang="en-US" sz="3200" b="1" dirty="0" smtClean="0">
              <a:latin typeface="+mj-lt"/>
            </a:rPr>
            <a:t>Measurement</a:t>
          </a:r>
          <a:endParaRPr lang="en-US" sz="3200" b="1" dirty="0">
            <a:latin typeface="+mj-lt"/>
          </a:endParaRPr>
        </a:p>
      </dgm:t>
    </dgm:pt>
    <dgm:pt modelId="{A50E5D70-3BF7-4608-912F-99CFEE4A0E1E}" type="parTrans" cxnId="{0584D639-C50E-45E3-B7B5-DD42182F8DB3}">
      <dgm:prSet/>
      <dgm:spPr/>
      <dgm:t>
        <a:bodyPr/>
        <a:lstStyle/>
        <a:p>
          <a:endParaRPr lang="en-US" b="1"/>
        </a:p>
      </dgm:t>
    </dgm:pt>
    <dgm:pt modelId="{58D72EE0-BD6C-4F2E-A52B-1C8BE0A6605D}" type="sibTrans" cxnId="{0584D639-C50E-45E3-B7B5-DD42182F8DB3}">
      <dgm:prSet/>
      <dgm:spPr/>
      <dgm:t>
        <a:bodyPr/>
        <a:lstStyle/>
        <a:p>
          <a:endParaRPr lang="en-US" b="1"/>
        </a:p>
      </dgm:t>
    </dgm:pt>
    <dgm:pt modelId="{C239BCF2-B7B5-4668-ACC8-912C124140C4}">
      <dgm:prSet phldrT="[Text]"/>
      <dgm:spPr/>
      <dgm:t>
        <a:bodyPr/>
        <a:lstStyle/>
        <a:p>
          <a:r>
            <a:rPr lang="en-US" b="1" dirty="0" smtClean="0">
              <a:latin typeface="+mj-lt"/>
            </a:rPr>
            <a:t>Rupees</a:t>
          </a:r>
          <a:endParaRPr lang="en-US" b="1" dirty="0">
            <a:latin typeface="+mj-lt"/>
          </a:endParaRPr>
        </a:p>
      </dgm:t>
    </dgm:pt>
    <dgm:pt modelId="{62FC2C08-1311-4D53-A770-FDC05BDEF0BF}" type="parTrans" cxnId="{0CC45223-0C95-45E7-A877-19C15DB3ED42}">
      <dgm:prSet/>
      <dgm:spPr/>
      <dgm:t>
        <a:bodyPr/>
        <a:lstStyle/>
        <a:p>
          <a:endParaRPr lang="en-US" b="1"/>
        </a:p>
      </dgm:t>
    </dgm:pt>
    <dgm:pt modelId="{CED80C48-4D65-4A5C-AF4C-F5ABCF0E7F8F}" type="sibTrans" cxnId="{0CC45223-0C95-45E7-A877-19C15DB3ED42}">
      <dgm:prSet/>
      <dgm:spPr/>
      <dgm:t>
        <a:bodyPr/>
        <a:lstStyle/>
        <a:p>
          <a:endParaRPr lang="en-US" b="1"/>
        </a:p>
      </dgm:t>
    </dgm:pt>
    <dgm:pt modelId="{B265F450-8414-443A-A95F-E9E328D8BEA8}">
      <dgm:prSet phldrT="[Text]"/>
      <dgm:spPr/>
      <dgm:t>
        <a:bodyPr/>
        <a:lstStyle/>
        <a:p>
          <a:r>
            <a:rPr lang="en-US" b="1" dirty="0" err="1" smtClean="0">
              <a:latin typeface="+mj-lt"/>
            </a:rPr>
            <a:t>Paise</a:t>
          </a:r>
          <a:endParaRPr lang="en-US" b="1" dirty="0">
            <a:latin typeface="+mj-lt"/>
          </a:endParaRPr>
        </a:p>
      </dgm:t>
    </dgm:pt>
    <dgm:pt modelId="{91A4B71B-CD8F-4BF7-A694-09B7B5DDD927}" type="parTrans" cxnId="{91135C5E-81B9-4644-B9B4-9C6247FF41BE}">
      <dgm:prSet/>
      <dgm:spPr/>
      <dgm:t>
        <a:bodyPr/>
        <a:lstStyle/>
        <a:p>
          <a:endParaRPr lang="en-US" b="1"/>
        </a:p>
      </dgm:t>
    </dgm:pt>
    <dgm:pt modelId="{3FDB2348-A328-4F10-9A4C-209394D809EF}" type="sibTrans" cxnId="{91135C5E-81B9-4644-B9B4-9C6247FF41BE}">
      <dgm:prSet/>
      <dgm:spPr/>
      <dgm:t>
        <a:bodyPr/>
        <a:lstStyle/>
        <a:p>
          <a:endParaRPr lang="en-US" b="1"/>
        </a:p>
      </dgm:t>
    </dgm:pt>
    <dgm:pt modelId="{A8383797-A9E9-4FC5-9C1D-CD5AE98A1C50}" type="pres">
      <dgm:prSet presAssocID="{F9DC3C04-4F1F-495D-B2EB-01930FDE9C27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C107D3-569D-4A5D-BD9B-F44AC696907B}" type="pres">
      <dgm:prSet presAssocID="{327741C3-B222-4776-90FD-1317E4AB3031}" presName="compNode" presStyleCnt="0"/>
      <dgm:spPr/>
    </dgm:pt>
    <dgm:pt modelId="{27738360-128D-4EE2-BC1C-6F00C4E85B91}" type="pres">
      <dgm:prSet presAssocID="{327741C3-B222-4776-90FD-1317E4AB3031}" presName="aNode" presStyleLbl="bgShp" presStyleIdx="0" presStyleCnt="1" custLinFactNeighborX="2644" custLinFactNeighborY="4117"/>
      <dgm:spPr/>
      <dgm:t>
        <a:bodyPr/>
        <a:lstStyle/>
        <a:p>
          <a:endParaRPr lang="en-US"/>
        </a:p>
      </dgm:t>
    </dgm:pt>
    <dgm:pt modelId="{D8E27C9B-550F-45D3-A329-92CB86D1918D}" type="pres">
      <dgm:prSet presAssocID="{327741C3-B222-4776-90FD-1317E4AB3031}" presName="textNode" presStyleLbl="bgShp" presStyleIdx="0" presStyleCnt="1"/>
      <dgm:spPr/>
      <dgm:t>
        <a:bodyPr/>
        <a:lstStyle/>
        <a:p>
          <a:endParaRPr lang="en-US"/>
        </a:p>
      </dgm:t>
    </dgm:pt>
    <dgm:pt modelId="{E2F83898-AF51-475E-BC7A-6608B37BAA34}" type="pres">
      <dgm:prSet presAssocID="{327741C3-B222-4776-90FD-1317E4AB3031}" presName="compChildNode" presStyleCnt="0"/>
      <dgm:spPr/>
    </dgm:pt>
    <dgm:pt modelId="{FB024AD0-B91D-48C3-91BA-73584E48F529}" type="pres">
      <dgm:prSet presAssocID="{327741C3-B222-4776-90FD-1317E4AB3031}" presName="theInnerList" presStyleCnt="0"/>
      <dgm:spPr/>
    </dgm:pt>
    <dgm:pt modelId="{B6B8E4FB-AD5E-498B-B53B-7F42D5B3F15B}" type="pres">
      <dgm:prSet presAssocID="{C239BCF2-B7B5-4668-ACC8-912C124140C4}" presName="childNode" presStyleLbl="node1" presStyleIdx="0" presStyleCnt="2" custLinFactY="-6007" custLinFactNeighborX="1062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540A90-57A9-4903-B307-3E0552D76DF3}" type="pres">
      <dgm:prSet presAssocID="{C239BCF2-B7B5-4668-ACC8-912C124140C4}" presName="aSpace2" presStyleCnt="0"/>
      <dgm:spPr/>
    </dgm:pt>
    <dgm:pt modelId="{D8992AC9-8981-4640-8CFA-AA5B2DD4ADBD}" type="pres">
      <dgm:prSet presAssocID="{B265F450-8414-443A-A95F-E9E328D8BEA8}" presName="childNode" presStyleLbl="node1" presStyleIdx="1" presStyleCnt="2" custLinFactNeighborX="1062" custLinFactNeighborY="-499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C45223-0C95-45E7-A877-19C15DB3ED42}" srcId="{327741C3-B222-4776-90FD-1317E4AB3031}" destId="{C239BCF2-B7B5-4668-ACC8-912C124140C4}" srcOrd="0" destOrd="0" parTransId="{62FC2C08-1311-4D53-A770-FDC05BDEF0BF}" sibTransId="{CED80C48-4D65-4A5C-AF4C-F5ABCF0E7F8F}"/>
    <dgm:cxn modelId="{8D408D03-817C-47B3-BA91-C38A316EF612}" type="presOf" srcId="{C239BCF2-B7B5-4668-ACC8-912C124140C4}" destId="{B6B8E4FB-AD5E-498B-B53B-7F42D5B3F15B}" srcOrd="0" destOrd="0" presId="urn:microsoft.com/office/officeart/2005/8/layout/lProcess2"/>
    <dgm:cxn modelId="{76705526-A352-488D-98A0-1059319B8ADC}" type="presOf" srcId="{F9DC3C04-4F1F-495D-B2EB-01930FDE9C27}" destId="{A8383797-A9E9-4FC5-9C1D-CD5AE98A1C50}" srcOrd="0" destOrd="0" presId="urn:microsoft.com/office/officeart/2005/8/layout/lProcess2"/>
    <dgm:cxn modelId="{011D553F-3709-4A36-8AFD-57F6E25E2FBA}" type="presOf" srcId="{327741C3-B222-4776-90FD-1317E4AB3031}" destId="{27738360-128D-4EE2-BC1C-6F00C4E85B91}" srcOrd="0" destOrd="0" presId="urn:microsoft.com/office/officeart/2005/8/layout/lProcess2"/>
    <dgm:cxn modelId="{F0EBC0DF-199E-4A87-A5C7-E8833EF1F069}" type="presOf" srcId="{B265F450-8414-443A-A95F-E9E328D8BEA8}" destId="{D8992AC9-8981-4640-8CFA-AA5B2DD4ADBD}" srcOrd="0" destOrd="0" presId="urn:microsoft.com/office/officeart/2005/8/layout/lProcess2"/>
    <dgm:cxn modelId="{91135C5E-81B9-4644-B9B4-9C6247FF41BE}" srcId="{327741C3-B222-4776-90FD-1317E4AB3031}" destId="{B265F450-8414-443A-A95F-E9E328D8BEA8}" srcOrd="1" destOrd="0" parTransId="{91A4B71B-CD8F-4BF7-A694-09B7B5DDD927}" sibTransId="{3FDB2348-A328-4F10-9A4C-209394D809EF}"/>
    <dgm:cxn modelId="{26505512-8765-4F96-9AFE-EC45D0C9AB8B}" type="presOf" srcId="{327741C3-B222-4776-90FD-1317E4AB3031}" destId="{D8E27C9B-550F-45D3-A329-92CB86D1918D}" srcOrd="1" destOrd="0" presId="urn:microsoft.com/office/officeart/2005/8/layout/lProcess2"/>
    <dgm:cxn modelId="{0584D639-C50E-45E3-B7B5-DD42182F8DB3}" srcId="{F9DC3C04-4F1F-495D-B2EB-01930FDE9C27}" destId="{327741C3-B222-4776-90FD-1317E4AB3031}" srcOrd="0" destOrd="0" parTransId="{A50E5D70-3BF7-4608-912F-99CFEE4A0E1E}" sibTransId="{58D72EE0-BD6C-4F2E-A52B-1C8BE0A6605D}"/>
    <dgm:cxn modelId="{89A45466-EF3D-479A-A5BE-2D203A586C35}" type="presParOf" srcId="{A8383797-A9E9-4FC5-9C1D-CD5AE98A1C50}" destId="{FAC107D3-569D-4A5D-BD9B-F44AC696907B}" srcOrd="0" destOrd="0" presId="urn:microsoft.com/office/officeart/2005/8/layout/lProcess2"/>
    <dgm:cxn modelId="{43F2126E-CF09-46EF-9BDC-80FF97849544}" type="presParOf" srcId="{FAC107D3-569D-4A5D-BD9B-F44AC696907B}" destId="{27738360-128D-4EE2-BC1C-6F00C4E85B91}" srcOrd="0" destOrd="0" presId="urn:microsoft.com/office/officeart/2005/8/layout/lProcess2"/>
    <dgm:cxn modelId="{F26BCE1D-95A5-4601-845D-F71203206471}" type="presParOf" srcId="{FAC107D3-569D-4A5D-BD9B-F44AC696907B}" destId="{D8E27C9B-550F-45D3-A329-92CB86D1918D}" srcOrd="1" destOrd="0" presId="urn:microsoft.com/office/officeart/2005/8/layout/lProcess2"/>
    <dgm:cxn modelId="{EBF0CCF4-1285-4870-806A-D374AF9C94E5}" type="presParOf" srcId="{FAC107D3-569D-4A5D-BD9B-F44AC696907B}" destId="{E2F83898-AF51-475E-BC7A-6608B37BAA34}" srcOrd="2" destOrd="0" presId="urn:microsoft.com/office/officeart/2005/8/layout/lProcess2"/>
    <dgm:cxn modelId="{6871A52C-389F-43D2-BED7-5F006CDABE89}" type="presParOf" srcId="{E2F83898-AF51-475E-BC7A-6608B37BAA34}" destId="{FB024AD0-B91D-48C3-91BA-73584E48F529}" srcOrd="0" destOrd="0" presId="urn:microsoft.com/office/officeart/2005/8/layout/lProcess2"/>
    <dgm:cxn modelId="{9B013BFB-7734-49BC-8884-F46563779E8F}" type="presParOf" srcId="{FB024AD0-B91D-48C3-91BA-73584E48F529}" destId="{B6B8E4FB-AD5E-498B-B53B-7F42D5B3F15B}" srcOrd="0" destOrd="0" presId="urn:microsoft.com/office/officeart/2005/8/layout/lProcess2"/>
    <dgm:cxn modelId="{99196427-781F-40AA-B1D1-57AB661FB7AC}" type="presParOf" srcId="{FB024AD0-B91D-48C3-91BA-73584E48F529}" destId="{D5540A90-57A9-4903-B307-3E0552D76DF3}" srcOrd="1" destOrd="0" presId="urn:microsoft.com/office/officeart/2005/8/layout/lProcess2"/>
    <dgm:cxn modelId="{69ADC6BF-57A0-4914-BEDF-2139007C3E18}" type="presParOf" srcId="{FB024AD0-B91D-48C3-91BA-73584E48F529}" destId="{D8992AC9-8981-4640-8CFA-AA5B2DD4ADBD}" srcOrd="2" destOrd="0" presId="urn:microsoft.com/office/officeart/2005/8/layout/lProcess2"/>
  </dgm:cxnLst>
  <dgm:bg>
    <a:solidFill>
      <a:srgbClr val="FF0000"/>
    </a:solidFill>
  </dgm:bg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7" y="3751495"/>
            <a:ext cx="3802003" cy="108233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4338767"/>
            <a:ext cx="3802003" cy="6286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7" y="3751495"/>
            <a:ext cx="3802003" cy="108233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4338767"/>
            <a:ext cx="3802003" cy="6286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76350"/>
            <a:ext cx="9144000" cy="16002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+mn-lt"/>
              </a:rPr>
              <a:t>IMPORTANT IDENTITIES AND FORMULAS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38350"/>
            <a:ext cx="9144000" cy="857250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>
                <a:solidFill>
                  <a:srgbClr val="FFFF00"/>
                </a:solidFill>
                <a:effectLst/>
              </a:rPr>
              <a:t>CLASS 5</a:t>
            </a:r>
            <a:r>
              <a:rPr lang="en-US" sz="9600" baseline="30000" dirty="0" smtClean="0">
                <a:solidFill>
                  <a:srgbClr val="FFFF00"/>
                </a:solidFill>
                <a:effectLst/>
              </a:rPr>
              <a:t>TH</a:t>
            </a:r>
            <a:r>
              <a:rPr lang="en-US" sz="9600" dirty="0" smtClean="0">
                <a:solidFill>
                  <a:srgbClr val="FFFF00"/>
                </a:solidFill>
                <a:effectLst/>
              </a:rPr>
              <a:t> </a:t>
            </a:r>
            <a:endParaRPr lang="en-US" sz="9600" dirty="0">
              <a:solidFill>
                <a:srgbClr val="FFFF0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3999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51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42950"/>
          </a:xfrm>
        </p:spPr>
        <p:txBody>
          <a:bodyPr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  <a:effectLst/>
              </a:rPr>
              <a:t>SQUARES 1 TO 50</a:t>
            </a:r>
            <a:endParaRPr lang="en-US" sz="4800" dirty="0">
              <a:solidFill>
                <a:srgbClr val="FFFF00"/>
              </a:solidFill>
              <a:effectLst/>
            </a:endParaRPr>
          </a:p>
        </p:txBody>
      </p:sp>
      <p:pic>
        <p:nvPicPr>
          <p:cNvPr id="4" name="Content Placeholder 3" descr="SQUARE.png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742950"/>
            <a:ext cx="9144000" cy="3581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42950"/>
            <a:ext cx="915367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66750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  <a:effectLst/>
                <a:latin typeface="+mj-lt"/>
                <a:ea typeface="+mj-ea"/>
                <a:cs typeface="+mj-cs"/>
              </a:rPr>
              <a:t>CUBES 1 TO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1622708_or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9454" cy="563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644966" y="-18"/>
          <a:ext cx="3714776" cy="5089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Curved Left Arrow 10"/>
          <p:cNvSpPr/>
          <p:nvPr/>
        </p:nvSpPr>
        <p:spPr>
          <a:xfrm>
            <a:off x="6072198" y="1232288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urved Left Arrow 11"/>
          <p:cNvSpPr/>
          <p:nvPr/>
        </p:nvSpPr>
        <p:spPr>
          <a:xfrm>
            <a:off x="6072198" y="1821651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Curved Left Arrow 12"/>
          <p:cNvSpPr/>
          <p:nvPr/>
        </p:nvSpPr>
        <p:spPr>
          <a:xfrm>
            <a:off x="6072198" y="2411015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Curved Left Arrow 13"/>
          <p:cNvSpPr/>
          <p:nvPr/>
        </p:nvSpPr>
        <p:spPr>
          <a:xfrm>
            <a:off x="6072198" y="3053957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Curved Left Arrow 14"/>
          <p:cNvSpPr/>
          <p:nvPr/>
        </p:nvSpPr>
        <p:spPr>
          <a:xfrm>
            <a:off x="6072198" y="3696899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>
            <a:off x="6072198" y="4339841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15140" y="121442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715140" y="1772661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715140" y="2357436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715140" y="300037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715140" y="371475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715140" y="4357700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3" name="Curved Left Arrow 22"/>
          <p:cNvSpPr/>
          <p:nvPr/>
        </p:nvSpPr>
        <p:spPr>
          <a:xfrm flipH="1" flipV="1">
            <a:off x="2285984" y="1178709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urved Left Arrow 23"/>
          <p:cNvSpPr/>
          <p:nvPr/>
        </p:nvSpPr>
        <p:spPr>
          <a:xfrm flipH="1" flipV="1">
            <a:off x="2285984" y="1768073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urved Left Arrow 24"/>
          <p:cNvSpPr/>
          <p:nvPr/>
        </p:nvSpPr>
        <p:spPr>
          <a:xfrm flipH="1" flipV="1">
            <a:off x="2438400" y="2343150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Curved Left Arrow 25"/>
          <p:cNvSpPr/>
          <p:nvPr/>
        </p:nvSpPr>
        <p:spPr>
          <a:xfrm flipH="1" flipV="1">
            <a:off x="2285984" y="3000378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Curved Left Arrow 26"/>
          <p:cNvSpPr/>
          <p:nvPr/>
        </p:nvSpPr>
        <p:spPr>
          <a:xfrm flipH="1" flipV="1">
            <a:off x="2285984" y="3643320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Curved Left Arrow 27"/>
          <p:cNvSpPr/>
          <p:nvPr/>
        </p:nvSpPr>
        <p:spPr>
          <a:xfrm flipH="1" flipV="1">
            <a:off x="2285984" y="4286262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14941" y="1214428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4941" y="185737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1314941" y="2428874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314941" y="3071816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314941" y="3714758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314941" y="435770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643174" y="-18"/>
          <a:ext cx="3714776" cy="5089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Curved Left Arrow 10"/>
          <p:cNvSpPr/>
          <p:nvPr/>
        </p:nvSpPr>
        <p:spPr>
          <a:xfrm>
            <a:off x="6072198" y="1232288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Curved Left Arrow 11"/>
          <p:cNvSpPr/>
          <p:nvPr/>
        </p:nvSpPr>
        <p:spPr>
          <a:xfrm>
            <a:off x="6072198" y="1821651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Curved Left Arrow 12"/>
          <p:cNvSpPr/>
          <p:nvPr/>
        </p:nvSpPr>
        <p:spPr>
          <a:xfrm>
            <a:off x="6072198" y="2411015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Curved Left Arrow 13"/>
          <p:cNvSpPr/>
          <p:nvPr/>
        </p:nvSpPr>
        <p:spPr>
          <a:xfrm>
            <a:off x="6072198" y="3053957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Curved Left Arrow 14"/>
          <p:cNvSpPr/>
          <p:nvPr/>
        </p:nvSpPr>
        <p:spPr>
          <a:xfrm>
            <a:off x="6072198" y="3696899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>
            <a:off x="6072198" y="4339841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15140" y="121442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715140" y="1772661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715140" y="2357436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715140" y="300037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715140" y="371475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715140" y="4357700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3" name="Curved Left Arrow 22"/>
          <p:cNvSpPr/>
          <p:nvPr/>
        </p:nvSpPr>
        <p:spPr>
          <a:xfrm flipH="1" flipV="1">
            <a:off x="2285984" y="1178709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urved Left Arrow 23"/>
          <p:cNvSpPr/>
          <p:nvPr/>
        </p:nvSpPr>
        <p:spPr>
          <a:xfrm flipH="1" flipV="1">
            <a:off x="2285984" y="1768073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urved Left Arrow 24"/>
          <p:cNvSpPr/>
          <p:nvPr/>
        </p:nvSpPr>
        <p:spPr>
          <a:xfrm flipH="1" flipV="1">
            <a:off x="2285984" y="2357436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Curved Left Arrow 25"/>
          <p:cNvSpPr/>
          <p:nvPr/>
        </p:nvSpPr>
        <p:spPr>
          <a:xfrm flipH="1" flipV="1">
            <a:off x="2285984" y="3000378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Curved Left Arrow 26"/>
          <p:cNvSpPr/>
          <p:nvPr/>
        </p:nvSpPr>
        <p:spPr>
          <a:xfrm flipH="1" flipV="1">
            <a:off x="2285984" y="3643320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Curved Left Arrow 27"/>
          <p:cNvSpPr/>
          <p:nvPr/>
        </p:nvSpPr>
        <p:spPr>
          <a:xfrm flipH="1" flipV="1">
            <a:off x="2285984" y="4286262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14941" y="1214428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4941" y="185737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1314941" y="2428874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314941" y="3071816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314941" y="3714758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314941" y="435770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643174" y="-18"/>
          <a:ext cx="3714776" cy="5089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Curved Left Arrow 10"/>
          <p:cNvSpPr/>
          <p:nvPr/>
        </p:nvSpPr>
        <p:spPr>
          <a:xfrm>
            <a:off x="6072198" y="1232288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Curved Left Arrow 11"/>
          <p:cNvSpPr/>
          <p:nvPr/>
        </p:nvSpPr>
        <p:spPr>
          <a:xfrm>
            <a:off x="6072198" y="1821651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Curved Left Arrow 12"/>
          <p:cNvSpPr/>
          <p:nvPr/>
        </p:nvSpPr>
        <p:spPr>
          <a:xfrm>
            <a:off x="6072198" y="2411015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Curved Left Arrow 13"/>
          <p:cNvSpPr/>
          <p:nvPr/>
        </p:nvSpPr>
        <p:spPr>
          <a:xfrm>
            <a:off x="6072198" y="3053957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Curved Left Arrow 14"/>
          <p:cNvSpPr/>
          <p:nvPr/>
        </p:nvSpPr>
        <p:spPr>
          <a:xfrm>
            <a:off x="6072198" y="3696899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>
            <a:off x="6072198" y="4339841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15140" y="121442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715140" y="1772661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715140" y="2357436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715140" y="300037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715140" y="3714758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715140" y="4357700"/>
            <a:ext cx="883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</a:t>
            </a:r>
            <a:endParaRPr lang="en-US" sz="3200" b="1" dirty="0"/>
          </a:p>
        </p:txBody>
      </p:sp>
      <p:sp>
        <p:nvSpPr>
          <p:cNvPr id="23" name="Curved Left Arrow 22"/>
          <p:cNvSpPr/>
          <p:nvPr/>
        </p:nvSpPr>
        <p:spPr>
          <a:xfrm flipH="1" flipV="1">
            <a:off x="2285984" y="1178709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Curved Left Arrow 23"/>
          <p:cNvSpPr/>
          <p:nvPr/>
        </p:nvSpPr>
        <p:spPr>
          <a:xfrm flipH="1" flipV="1">
            <a:off x="2285984" y="1768073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Curved Left Arrow 24"/>
          <p:cNvSpPr/>
          <p:nvPr/>
        </p:nvSpPr>
        <p:spPr>
          <a:xfrm flipH="1" flipV="1">
            <a:off x="2285984" y="2357436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Curved Left Arrow 25"/>
          <p:cNvSpPr/>
          <p:nvPr/>
        </p:nvSpPr>
        <p:spPr>
          <a:xfrm flipH="1" flipV="1">
            <a:off x="2285984" y="3000378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Curved Left Arrow 26"/>
          <p:cNvSpPr/>
          <p:nvPr/>
        </p:nvSpPr>
        <p:spPr>
          <a:xfrm flipH="1" flipV="1">
            <a:off x="2285984" y="3643320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Curved Left Arrow 27"/>
          <p:cNvSpPr/>
          <p:nvPr/>
        </p:nvSpPr>
        <p:spPr>
          <a:xfrm flipH="1" flipV="1">
            <a:off x="2285984" y="4286262"/>
            <a:ext cx="642942" cy="642942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14941" y="1214428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4941" y="185737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1314941" y="2428874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314941" y="3071816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314941" y="3714758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314941" y="435770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644966" y="-18"/>
          <a:ext cx="3714776" cy="5089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Curved Left Arrow 10"/>
          <p:cNvSpPr/>
          <p:nvPr/>
        </p:nvSpPr>
        <p:spPr>
          <a:xfrm>
            <a:off x="6172200" y="1885950"/>
            <a:ext cx="1143000" cy="1981200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0" y="2419350"/>
            <a:ext cx="1221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x 100</a:t>
            </a:r>
            <a:endParaRPr lang="en-US" sz="3200" b="1" dirty="0"/>
          </a:p>
        </p:txBody>
      </p:sp>
      <p:sp>
        <p:nvSpPr>
          <p:cNvPr id="23" name="Curved Left Arrow 22"/>
          <p:cNvSpPr/>
          <p:nvPr/>
        </p:nvSpPr>
        <p:spPr>
          <a:xfrm flipH="1" flipV="1">
            <a:off x="1447800" y="1733550"/>
            <a:ext cx="1557342" cy="2057400"/>
          </a:xfrm>
          <a:prstGeom prst="curvedLeftArrow">
            <a:avLst>
              <a:gd name="adj1" fmla="val 14214"/>
              <a:gd name="adj2" fmla="val 50000"/>
              <a:gd name="adj3" fmla="val 25000"/>
            </a:avLst>
          </a:prstGeom>
          <a:solidFill>
            <a:srgbClr val="FF0000"/>
          </a:solidFill>
          <a:ln w="28575"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8600" y="2571750"/>
            <a:ext cx="12490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÷ 100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/>
      <p:bldP spid="23" grpId="0" animBg="1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2804" y="0"/>
            <a:ext cx="8273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FF00"/>
                </a:solidFill>
              </a:rPr>
              <a:t>ARITHMATIC CALCULATION OF FRACTIONS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42950"/>
            <a:ext cx="4593566" cy="1371600"/>
          </a:xfrm>
          <a:prstGeom prst="roundRect">
            <a:avLst/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718456"/>
            <a:ext cx="4343400" cy="1396093"/>
          </a:xfrm>
          <a:prstGeom prst="roundRect">
            <a:avLst/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19351"/>
            <a:ext cx="4572000" cy="2296732"/>
          </a:xfrm>
          <a:prstGeom prst="roundRect">
            <a:avLst/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24400" y="2419350"/>
            <a:ext cx="4419600" cy="2311167"/>
          </a:xfrm>
          <a:prstGeom prst="roundRect">
            <a:avLst/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38350"/>
            <a:ext cx="9144000" cy="857250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/>
              <a:t>CLASS 6</a:t>
            </a:r>
            <a:r>
              <a:rPr lang="en-US" sz="9600" baseline="30000" dirty="0" smtClean="0"/>
              <a:t>TH</a:t>
            </a:r>
            <a:r>
              <a:rPr lang="en-US" sz="9600" dirty="0" smtClean="0"/>
              <a:t> </a:t>
            </a:r>
            <a:endParaRPr lang="en-US" sz="9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19150"/>
            <a:ext cx="9144000" cy="3657600"/>
          </a:xfrm>
        </p:spPr>
        <p:txBody>
          <a:bodyPr/>
          <a:lstStyle/>
          <a:p>
            <a:r>
              <a:rPr lang="en-US" dirty="0" smtClean="0"/>
              <a:t>a) 1 kilometer (km) = 1000 Meters (m)</a:t>
            </a:r>
            <a:br>
              <a:rPr lang="en-US" dirty="0" smtClean="0"/>
            </a:br>
            <a:r>
              <a:rPr lang="en-US" dirty="0" smtClean="0"/>
              <a:t>b) 1 Meter (m) = 100 Centimeter (cm)</a:t>
            </a:r>
            <a:br>
              <a:rPr lang="en-US" dirty="0" smtClean="0"/>
            </a:br>
            <a:r>
              <a:rPr lang="en-US" dirty="0" smtClean="0"/>
              <a:t>c) 1 Centimeter (cm) = 10 Millimeter (mm)</a:t>
            </a:r>
            <a:br>
              <a:rPr lang="en-US" dirty="0" smtClean="0"/>
            </a:br>
            <a:r>
              <a:rPr lang="en-US" dirty="0" smtClean="0"/>
              <a:t>d) 1 Kilogram (kg) = 1000 Grams (gm)</a:t>
            </a:r>
            <a:br>
              <a:rPr lang="en-US" dirty="0" smtClean="0"/>
            </a:br>
            <a:r>
              <a:rPr lang="en-US" dirty="0" smtClean="0"/>
              <a:t>e) 1 Liter (l) = 1000 Milliliters (ml)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 Quantity weights: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4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b="1" dirty="0" smtClean="0"/>
              <a:t>I – 1</a:t>
            </a:r>
          </a:p>
          <a:p>
            <a:pPr>
              <a:buNone/>
            </a:pPr>
            <a:r>
              <a:rPr lang="pt-BR" b="1" dirty="0" smtClean="0"/>
              <a:t>II – 2</a:t>
            </a:r>
          </a:p>
          <a:p>
            <a:pPr>
              <a:buNone/>
            </a:pPr>
            <a:r>
              <a:rPr lang="pt-BR" b="1" dirty="0" smtClean="0"/>
              <a:t>V – 5</a:t>
            </a:r>
          </a:p>
          <a:p>
            <a:pPr>
              <a:buNone/>
            </a:pPr>
            <a:r>
              <a:rPr lang="pt-BR" b="1" dirty="0" smtClean="0"/>
              <a:t>X – 10</a:t>
            </a:r>
          </a:p>
          <a:p>
            <a:pPr>
              <a:buNone/>
            </a:pPr>
            <a:r>
              <a:rPr lang="pt-BR" b="1" dirty="0" smtClean="0"/>
              <a:t>L – 50</a:t>
            </a:r>
          </a:p>
          <a:p>
            <a:pPr>
              <a:buNone/>
            </a:pPr>
            <a:r>
              <a:rPr lang="pt-BR" b="1" dirty="0" smtClean="0"/>
              <a:t>C – 100</a:t>
            </a:r>
          </a:p>
          <a:p>
            <a:pPr>
              <a:buNone/>
            </a:pPr>
            <a:r>
              <a:rPr lang="pt-BR" b="1" dirty="0" smtClean="0"/>
              <a:t>D – 500</a:t>
            </a:r>
          </a:p>
          <a:p>
            <a:pPr>
              <a:buNone/>
            </a:pPr>
            <a:r>
              <a:rPr lang="pt-BR" b="1" dirty="0" smtClean="0"/>
              <a:t>M – 1000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/>
          <a:lstStyle/>
          <a:p>
            <a:r>
              <a:rPr lang="en-US" dirty="0" smtClean="0"/>
              <a:t>Roman</a:t>
            </a:r>
            <a:r>
              <a:rPr lang="en-US" b="0" dirty="0" smtClean="0"/>
              <a:t> </a:t>
            </a:r>
            <a:r>
              <a:rPr lang="en-US" dirty="0" smtClean="0"/>
              <a:t>Numerals</a:t>
            </a:r>
            <a:r>
              <a:rPr lang="en-US" b="0" dirty="0" smtClean="0"/>
              <a:t>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1"/>
          <a:ext cx="9144000" cy="51434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81600"/>
                <a:gridCol w="3962400"/>
              </a:tblGrid>
              <a:tr h="649366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kern="1200" dirty="0" smtClean="0">
                          <a:solidFill>
                            <a:srgbClr val="FFFF00"/>
                          </a:solidFill>
                        </a:rPr>
                        <a:t>PROPERTY</a:t>
                      </a:r>
                      <a:endParaRPr lang="en-US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kern="1200" dirty="0" smtClean="0">
                          <a:solidFill>
                            <a:srgbClr val="FFFF00"/>
                          </a:solidFill>
                        </a:rPr>
                        <a:t>IMPLEMENTATION</a:t>
                      </a:r>
                      <a:endParaRPr lang="en-US" sz="2400" dirty="0">
                        <a:solidFill>
                          <a:srgbClr val="FFFF00"/>
                        </a:solidFill>
                      </a:endParaRPr>
                    </a:p>
                  </a:txBody>
                  <a:tcPr anchor="ctr"/>
                </a:tc>
              </a:tr>
              <a:tr h="798850">
                <a:tc>
                  <a:txBody>
                    <a:bodyPr/>
                    <a:lstStyle/>
                    <a:p>
                      <a:pPr algn="ctr"/>
                      <a:r>
                        <a:rPr kumimoji="0" lang="en-US" b="1" kern="1200" dirty="0" smtClean="0"/>
                        <a:t>Closure Property of Addition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Closure Property of Multiplication</a:t>
                      </a:r>
                      <a:endParaRPr lang="en-US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Integer + Integer = Integer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Integer x Integer = Integer</a:t>
                      </a:r>
                      <a:endParaRPr lang="en-US" sz="2000" b="1" dirty="0" smtClean="0"/>
                    </a:p>
                  </a:txBody>
                  <a:tcPr anchor="ctr"/>
                </a:tc>
              </a:tr>
              <a:tr h="79885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Commutative Property</a:t>
                      </a:r>
                      <a:r>
                        <a:rPr lang="en-US" b="1" baseline="0" dirty="0" smtClean="0"/>
                        <a:t> under Addition</a:t>
                      </a:r>
                    </a:p>
                    <a:p>
                      <a:pPr algn="ctr"/>
                      <a:r>
                        <a:rPr lang="en-US" b="1" dirty="0" smtClean="0"/>
                        <a:t>Commutative Property</a:t>
                      </a:r>
                      <a:r>
                        <a:rPr lang="en-US" b="1" baseline="0" dirty="0" smtClean="0"/>
                        <a:t> under Multiplication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 + b = b + a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a x b = b</a:t>
                      </a:r>
                      <a:r>
                        <a:rPr lang="en-US" sz="2000" b="1" baseline="0" dirty="0" smtClean="0"/>
                        <a:t> x a</a:t>
                      </a:r>
                      <a:endParaRPr lang="en-US" sz="2000" b="1" dirty="0" smtClean="0"/>
                    </a:p>
                  </a:txBody>
                  <a:tcPr anchor="ctr"/>
                </a:tc>
              </a:tr>
              <a:tr h="798850">
                <a:tc>
                  <a:txBody>
                    <a:bodyPr/>
                    <a:lstStyle/>
                    <a:p>
                      <a:pPr algn="ctr"/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Associativity of Addition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Associativity of Multiplication</a:t>
                      </a:r>
                      <a:endParaRPr lang="en-US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20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 + b) + c = a + (b + c)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× (b × c) = (a × b) × c</a:t>
                      </a:r>
                      <a:endParaRPr lang="en-US" sz="2000" b="1" dirty="0" smtClean="0"/>
                    </a:p>
                  </a:txBody>
                  <a:tcPr anchor="ctr"/>
                </a:tc>
              </a:tr>
              <a:tr h="798850">
                <a:tc>
                  <a:txBody>
                    <a:bodyPr/>
                    <a:lstStyle/>
                    <a:p>
                      <a:pPr algn="ctr"/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Distributive Property</a:t>
                      </a:r>
                      <a:r>
                        <a:rPr kumimoji="0" lang="en-US" b="1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under Addition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Distributive Property</a:t>
                      </a:r>
                      <a:r>
                        <a:rPr kumimoji="0" lang="en-US" b="1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under Subtraction</a:t>
                      </a:r>
                      <a:endParaRPr lang="en-US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20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× b + a × c = a × (b + c)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0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× b – a × c = a × (b – c) </a:t>
                      </a:r>
                      <a:endParaRPr lang="en-US" sz="2000" b="1" dirty="0" smtClean="0"/>
                    </a:p>
                  </a:txBody>
                  <a:tcPr anchor="ctr"/>
                </a:tc>
              </a:tr>
              <a:tr h="649366">
                <a:tc>
                  <a:txBody>
                    <a:bodyPr/>
                    <a:lstStyle/>
                    <a:p>
                      <a:pPr algn="ctr"/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Additive</a:t>
                      </a:r>
                      <a:r>
                        <a:rPr kumimoji="0" lang="en-US" b="1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Identity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20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+ 0 = a = 0 + a</a:t>
                      </a:r>
                      <a:endParaRPr lang="en-US" sz="2000" b="1" dirty="0"/>
                    </a:p>
                  </a:txBody>
                  <a:tcPr anchor="ctr"/>
                </a:tc>
              </a:tr>
              <a:tr h="649366">
                <a:tc>
                  <a:txBody>
                    <a:bodyPr/>
                    <a:lstStyle/>
                    <a:p>
                      <a:pPr algn="ctr"/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Multiplicative Identity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20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× 0 = 0 = 0 × a</a:t>
                      </a:r>
                      <a:endParaRPr lang="en-US" sz="2000" b="1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8229600" cy="3394472"/>
          </a:xfrm>
        </p:spPr>
        <p:txBody>
          <a:bodyPr/>
          <a:lstStyle/>
          <a:p>
            <a:r>
              <a:rPr lang="en-US" dirty="0" smtClean="0"/>
              <a:t>Perimeter of a rectangle = 2 × (length + breadth)</a:t>
            </a:r>
          </a:p>
          <a:p>
            <a:r>
              <a:rPr lang="en-US" dirty="0" smtClean="0"/>
              <a:t>Perimeter of a square = 4 × length of its side</a:t>
            </a:r>
          </a:p>
          <a:p>
            <a:r>
              <a:rPr lang="en-US" dirty="0" smtClean="0"/>
              <a:t>Perimeter of an equilateral triangle = 3 × length of a side</a:t>
            </a:r>
          </a:p>
          <a:p>
            <a:r>
              <a:rPr lang="en-US" dirty="0" smtClean="0"/>
              <a:t>Area of a rectangle = length × breadth</a:t>
            </a:r>
          </a:p>
          <a:p>
            <a:r>
              <a:rPr lang="en-US" dirty="0" smtClean="0"/>
              <a:t>Area of a square = side × side = (side)</a:t>
            </a:r>
            <a:r>
              <a:rPr lang="en-US" baseline="30000" dirty="0" smtClean="0"/>
              <a:t>2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err="1" smtClean="0"/>
              <a:t>Mensuration</a:t>
            </a: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895350"/>
            <a:ext cx="8229600" cy="3394472"/>
          </a:xfrm>
        </p:spPr>
        <p:txBody>
          <a:bodyPr/>
          <a:lstStyle/>
          <a:p>
            <a:r>
              <a:rPr lang="en-US" dirty="0" smtClean="0"/>
              <a:t>x × y = </a:t>
            </a:r>
            <a:r>
              <a:rPr lang="en-US" dirty="0" err="1" smtClean="0"/>
              <a:t>xy</a:t>
            </a:r>
            <a:r>
              <a:rPr lang="en-US" dirty="0" smtClean="0"/>
              <a:t>; </a:t>
            </a:r>
          </a:p>
          <a:p>
            <a:pPr>
              <a:buNone/>
            </a:pPr>
            <a:r>
              <a:rPr lang="en-US" dirty="0" smtClean="0"/>
              <a:t> 	such as 5 × a = 5a = a × 5.</a:t>
            </a:r>
          </a:p>
          <a:p>
            <a:pPr>
              <a:buNone/>
            </a:pPr>
            <a:r>
              <a:rPr lang="en-US" dirty="0" smtClean="0"/>
              <a:t>a × a × a × … 9 times = a</a:t>
            </a:r>
            <a:r>
              <a:rPr lang="en-US" baseline="30000" dirty="0" smtClean="0"/>
              <a:t>12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Algebra Formulas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38350"/>
            <a:ext cx="9144000" cy="857250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/>
              <a:t>CLASS 7</a:t>
            </a:r>
            <a:r>
              <a:rPr lang="en-US" sz="9600" baseline="30000" dirty="0" smtClean="0"/>
              <a:t>TH</a:t>
            </a:r>
            <a:r>
              <a:rPr lang="en-US" sz="9600" dirty="0" smtClean="0"/>
              <a:t> </a:t>
            </a:r>
            <a:endParaRPr lang="en-US" sz="9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19150"/>
            <a:ext cx="9144000" cy="4324350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Area of a Square = Side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fontAlgn="base"/>
            <a:r>
              <a:rPr lang="en-US" dirty="0" smtClean="0"/>
              <a:t>Perimeter of a Square = 4 × Side</a:t>
            </a:r>
          </a:p>
          <a:p>
            <a:pPr fontAlgn="base"/>
            <a:r>
              <a:rPr lang="en-US" dirty="0" smtClean="0"/>
              <a:t>Area of Rectangle = Length × Breadth</a:t>
            </a:r>
          </a:p>
          <a:p>
            <a:pPr fontAlgn="base"/>
            <a:r>
              <a:rPr lang="en-US" dirty="0" smtClean="0"/>
              <a:t>Perimeter of a Rectangle = 2 × (Length + Breadth)</a:t>
            </a:r>
          </a:p>
          <a:p>
            <a:pPr fontAlgn="base"/>
            <a:r>
              <a:rPr lang="en-US" dirty="0" smtClean="0"/>
              <a:t>Area of a Parallelogram = Base × Height</a:t>
            </a:r>
          </a:p>
          <a:p>
            <a:pPr fontAlgn="base"/>
            <a:r>
              <a:rPr lang="en-US" dirty="0" smtClean="0"/>
              <a:t>Area of Triangle = 1/ 2 × Base × Height</a:t>
            </a:r>
          </a:p>
          <a:p>
            <a:pPr fontAlgn="base"/>
            <a:r>
              <a:rPr lang="en-US" dirty="0" smtClean="0"/>
              <a:t>Circumference of a circle = π d, where 'd' is the diameter of a circle and π = 22/7 or 3.14</a:t>
            </a:r>
          </a:p>
          <a:p>
            <a:pPr fontAlgn="base"/>
            <a:r>
              <a:rPr lang="en-US" dirty="0" smtClean="0"/>
              <a:t>Area of a circle = πr</a:t>
            </a:r>
            <a:r>
              <a:rPr lang="en-US" baseline="30000" dirty="0" smtClean="0"/>
              <a:t>2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Practical Geometry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686319"/>
          </a:xfrm>
        </p:spPr>
        <p:txBody>
          <a:bodyPr/>
          <a:lstStyle/>
          <a:p>
            <a:pPr fontAlgn="base"/>
            <a:r>
              <a:rPr lang="en-US" dirty="0" smtClean="0"/>
              <a:t>Law of Product: a</a:t>
            </a:r>
            <a:r>
              <a:rPr lang="en-US" baseline="30000" dirty="0" smtClean="0"/>
              <a:t>m</a:t>
            </a:r>
            <a:r>
              <a:rPr lang="en-US" dirty="0" smtClean="0"/>
              <a:t> × a</a:t>
            </a:r>
            <a:r>
              <a:rPr lang="en-US" baseline="30000" dirty="0" smtClean="0"/>
              <a:t>n</a:t>
            </a:r>
            <a:r>
              <a:rPr lang="en-US" dirty="0" smtClean="0"/>
              <a:t> = </a:t>
            </a:r>
            <a:r>
              <a:rPr lang="en-US" dirty="0" err="1" smtClean="0"/>
              <a:t>a</a:t>
            </a:r>
            <a:r>
              <a:rPr lang="en-US" baseline="30000" dirty="0" err="1" smtClean="0"/>
              <a:t>m+n</a:t>
            </a:r>
            <a:endParaRPr lang="en-US" dirty="0" smtClean="0"/>
          </a:p>
          <a:p>
            <a:pPr fontAlgn="base"/>
            <a:r>
              <a:rPr lang="en-US" dirty="0" smtClean="0"/>
              <a:t>Law of Quotient: a</a:t>
            </a:r>
            <a:r>
              <a:rPr lang="en-US" baseline="30000" dirty="0" smtClean="0"/>
              <a:t>m</a:t>
            </a:r>
            <a:r>
              <a:rPr lang="en-US" dirty="0" smtClean="0"/>
              <a:t>/a</a:t>
            </a:r>
            <a:r>
              <a:rPr lang="en-US" baseline="30000" dirty="0" smtClean="0"/>
              <a:t>n</a:t>
            </a:r>
            <a:r>
              <a:rPr lang="en-US" dirty="0" smtClean="0"/>
              <a:t> = a</a:t>
            </a:r>
            <a:r>
              <a:rPr lang="en-US" baseline="30000" dirty="0" smtClean="0"/>
              <a:t>m-n</a:t>
            </a:r>
            <a:endParaRPr lang="en-US" dirty="0" smtClean="0"/>
          </a:p>
          <a:p>
            <a:pPr fontAlgn="base"/>
            <a:r>
              <a:rPr lang="en-US" dirty="0" smtClean="0"/>
              <a:t>Law of Zero Exponent: a</a:t>
            </a:r>
            <a:r>
              <a:rPr lang="en-US" baseline="30000" dirty="0" smtClean="0"/>
              <a:t>0</a:t>
            </a:r>
            <a:r>
              <a:rPr lang="en-US" dirty="0" smtClean="0"/>
              <a:t> = 1</a:t>
            </a:r>
          </a:p>
          <a:p>
            <a:pPr fontAlgn="base"/>
            <a:r>
              <a:rPr lang="en-US" dirty="0" smtClean="0"/>
              <a:t>Law of Negative Exponent: a</a:t>
            </a:r>
            <a:r>
              <a:rPr lang="en-US" baseline="30000" dirty="0" smtClean="0"/>
              <a:t>-m</a:t>
            </a:r>
            <a:r>
              <a:rPr lang="en-US" dirty="0" smtClean="0"/>
              <a:t> = 1/a</a:t>
            </a:r>
            <a:r>
              <a:rPr lang="en-US" baseline="30000" dirty="0" smtClean="0"/>
              <a:t>m</a:t>
            </a:r>
            <a:endParaRPr lang="en-US" dirty="0" smtClean="0"/>
          </a:p>
          <a:p>
            <a:pPr fontAlgn="base"/>
            <a:r>
              <a:rPr lang="en-US" dirty="0" smtClean="0"/>
              <a:t>Law of Power of a Power: (a</a:t>
            </a:r>
            <a:r>
              <a:rPr lang="en-US" baseline="30000" dirty="0" smtClean="0"/>
              <a:t>m</a:t>
            </a:r>
            <a:r>
              <a:rPr lang="en-US" dirty="0" smtClean="0"/>
              <a:t>)</a:t>
            </a:r>
            <a:r>
              <a:rPr lang="en-US" baseline="30000" dirty="0" smtClean="0"/>
              <a:t>n</a:t>
            </a:r>
            <a:r>
              <a:rPr lang="en-US" dirty="0" smtClean="0"/>
              <a:t> = </a:t>
            </a:r>
            <a:r>
              <a:rPr lang="en-US" dirty="0" err="1" smtClean="0"/>
              <a:t>a</a:t>
            </a:r>
            <a:r>
              <a:rPr lang="en-US" baseline="30000" dirty="0" err="1" smtClean="0"/>
              <a:t>mn</a:t>
            </a:r>
            <a:endParaRPr lang="en-US" dirty="0" smtClean="0"/>
          </a:p>
          <a:p>
            <a:pPr fontAlgn="base"/>
            <a:r>
              <a:rPr lang="en-US" dirty="0" smtClean="0"/>
              <a:t>Law of Power of a Product: (</a:t>
            </a:r>
            <a:r>
              <a:rPr lang="en-US" dirty="0" err="1" smtClean="0"/>
              <a:t>ab</a:t>
            </a:r>
            <a:r>
              <a:rPr lang="en-US" dirty="0" smtClean="0"/>
              <a:t>)</a:t>
            </a:r>
            <a:r>
              <a:rPr lang="en-US" baseline="30000" dirty="0" smtClean="0"/>
              <a:t>m</a:t>
            </a:r>
            <a:r>
              <a:rPr lang="en-US" dirty="0" smtClean="0"/>
              <a:t> = </a:t>
            </a:r>
            <a:r>
              <a:rPr lang="en-US" dirty="0" err="1" smtClean="0"/>
              <a:t>a</a:t>
            </a:r>
            <a:r>
              <a:rPr lang="en-US" baseline="30000" dirty="0" err="1" smtClean="0"/>
              <a:t>m</a:t>
            </a:r>
            <a:r>
              <a:rPr lang="en-US" dirty="0" err="1" smtClean="0"/>
              <a:t>b</a:t>
            </a:r>
            <a:r>
              <a:rPr lang="en-US" baseline="30000" dirty="0" err="1" smtClean="0"/>
              <a:t>m</a:t>
            </a:r>
            <a:endParaRPr lang="en-US" dirty="0" smtClean="0"/>
          </a:p>
          <a:p>
            <a:pPr fontAlgn="base"/>
            <a:r>
              <a:rPr lang="en-US" dirty="0" smtClean="0"/>
              <a:t>Law of Power of a Quotient: (a/b)</a:t>
            </a:r>
            <a:r>
              <a:rPr lang="en-US" baseline="30000" dirty="0" smtClean="0"/>
              <a:t>m</a:t>
            </a:r>
            <a:r>
              <a:rPr lang="en-US" dirty="0" smtClean="0"/>
              <a:t> = a</a:t>
            </a:r>
            <a:r>
              <a:rPr lang="en-US" baseline="30000" dirty="0" smtClean="0"/>
              <a:t>m</a:t>
            </a:r>
            <a:r>
              <a:rPr lang="en-US" dirty="0" smtClean="0"/>
              <a:t>/</a:t>
            </a:r>
            <a:r>
              <a:rPr lang="en-US" dirty="0" err="1" smtClean="0"/>
              <a:t>b</a:t>
            </a:r>
            <a:r>
              <a:rPr lang="en-US" baseline="30000" dirty="0" err="1" smtClean="0"/>
              <a:t>m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Exponents and Power Formulas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19150"/>
            <a:ext cx="9144000" cy="3886200"/>
          </a:xfrm>
        </p:spPr>
        <p:txBody>
          <a:bodyPr/>
          <a:lstStyle/>
          <a:p>
            <a:pPr fontAlgn="base"/>
            <a:r>
              <a:rPr lang="en-US" dirty="0" smtClean="0"/>
              <a:t>Increase in Percentage </a:t>
            </a:r>
          </a:p>
          <a:p>
            <a:pPr fontAlgn="base">
              <a:buNone/>
            </a:pPr>
            <a:r>
              <a:rPr lang="en-US" dirty="0" smtClean="0"/>
              <a:t>		= (Change / Original Amount) × 100</a:t>
            </a:r>
          </a:p>
          <a:p>
            <a:pPr fontAlgn="base"/>
            <a:r>
              <a:rPr lang="en-US" dirty="0" smtClean="0"/>
              <a:t>Profit  percent </a:t>
            </a:r>
          </a:p>
          <a:p>
            <a:pPr fontAlgn="base">
              <a:buNone/>
            </a:pPr>
            <a:r>
              <a:rPr lang="en-US" dirty="0" smtClean="0"/>
              <a:t>		= (Profit / Cost price) × 100</a:t>
            </a:r>
          </a:p>
          <a:p>
            <a:pPr fontAlgn="base"/>
            <a:r>
              <a:rPr lang="en-US" dirty="0" smtClean="0"/>
              <a:t>Simple Interest </a:t>
            </a:r>
          </a:p>
          <a:p>
            <a:pPr fontAlgn="base">
              <a:buNone/>
            </a:pPr>
            <a:r>
              <a:rPr lang="en-US" dirty="0" smtClean="0"/>
              <a:t>		= (Principal × Rate × Time) / 100</a:t>
            </a:r>
          </a:p>
          <a:p>
            <a:pPr fontAlgn="base"/>
            <a:r>
              <a:rPr lang="en-US" dirty="0" smtClean="0"/>
              <a:t>Amount = Principal + Interest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Comparing Quantities Formulas</a:t>
            </a:r>
            <a:endParaRPr lang="en-US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/>
          <a:lstStyle/>
          <a:p>
            <a:pPr fontAlgn="base"/>
            <a:r>
              <a:rPr lang="pt-BR" sz="2800" dirty="0" smtClean="0"/>
              <a:t>(a-b)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= a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- 2ab + b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</a:t>
            </a:r>
          </a:p>
          <a:p>
            <a:pPr fontAlgn="base"/>
            <a:r>
              <a:rPr lang="pt-BR" sz="2800" dirty="0" smtClean="0"/>
              <a:t>(a-b-c)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= a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+ b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+ c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- 2ab + 2bc - 2ac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Algebra Formulas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dirty="0" smtClean="0"/>
              <a:t>a</a:t>
            </a:r>
            <a:r>
              <a:rPr lang="en-US" baseline="30000" dirty="0" smtClean="0"/>
              <a:t>x</a:t>
            </a:r>
            <a:r>
              <a:rPr lang="en-US" dirty="0" smtClean="0"/>
              <a:t> / a</a:t>
            </a:r>
            <a:r>
              <a:rPr lang="en-US" baseline="30000" dirty="0" smtClean="0"/>
              <a:t>y</a:t>
            </a:r>
            <a:r>
              <a:rPr lang="en-US" dirty="0" smtClean="0"/>
              <a:t> = a</a:t>
            </a:r>
            <a:r>
              <a:rPr lang="en-US" baseline="30000" dirty="0" smtClean="0"/>
              <a:t>x-y</a:t>
            </a:r>
            <a:endParaRPr lang="en-US" dirty="0" smtClean="0"/>
          </a:p>
          <a:p>
            <a:pPr fontAlgn="base"/>
            <a:r>
              <a:rPr lang="en-US" dirty="0" smtClean="0"/>
              <a:t>a</a:t>
            </a:r>
            <a:r>
              <a:rPr lang="en-US" baseline="30000" dirty="0" smtClean="0"/>
              <a:t>x</a:t>
            </a:r>
            <a:r>
              <a:rPr lang="en-US" dirty="0" smtClean="0"/>
              <a:t> /</a:t>
            </a:r>
            <a:r>
              <a:rPr lang="en-US" dirty="0" err="1" smtClean="0"/>
              <a:t>b</a:t>
            </a:r>
            <a:r>
              <a:rPr lang="en-US" baseline="30000" dirty="0" err="1" smtClean="0"/>
              <a:t>x</a:t>
            </a:r>
            <a:r>
              <a:rPr lang="en-US" dirty="0" smtClean="0"/>
              <a:t> = (a/b)</a:t>
            </a:r>
            <a:r>
              <a:rPr lang="en-US" baseline="30000" dirty="0" smtClean="0"/>
              <a:t>x</a:t>
            </a:r>
            <a:endParaRPr lang="en-US" dirty="0" smtClean="0"/>
          </a:p>
          <a:p>
            <a:pPr fontAlgn="base"/>
            <a:r>
              <a:rPr lang="en-US" dirty="0" smtClean="0"/>
              <a:t>(a</a:t>
            </a:r>
            <a:r>
              <a:rPr lang="en-US" baseline="30000" dirty="0" smtClean="0"/>
              <a:t>x</a:t>
            </a:r>
            <a:r>
              <a:rPr lang="en-US" dirty="0" smtClean="0"/>
              <a:t>)</a:t>
            </a:r>
            <a:r>
              <a:rPr lang="en-US" baseline="30000" dirty="0" smtClean="0"/>
              <a:t>y</a:t>
            </a:r>
            <a:r>
              <a:rPr lang="en-US" dirty="0" smtClean="0"/>
              <a:t> = </a:t>
            </a:r>
            <a:r>
              <a:rPr lang="en-US" dirty="0" err="1" smtClean="0"/>
              <a:t>a</a:t>
            </a:r>
            <a:r>
              <a:rPr lang="en-US" baseline="30000" dirty="0" err="1" smtClean="0"/>
              <a:t>xy</a:t>
            </a:r>
            <a:endParaRPr lang="en-US" dirty="0" smtClean="0"/>
          </a:p>
          <a:p>
            <a:pPr fontAlgn="base"/>
            <a:r>
              <a:rPr lang="en-US" dirty="0" smtClean="0"/>
              <a:t>(a-b-c)</a:t>
            </a:r>
            <a:r>
              <a:rPr lang="en-US" baseline="30000" dirty="0" smtClean="0"/>
              <a:t>2</a:t>
            </a:r>
            <a:r>
              <a:rPr lang="en-US" dirty="0" smtClean="0"/>
              <a:t> = a</a:t>
            </a:r>
            <a:r>
              <a:rPr lang="en-US" baseline="30000" dirty="0" smtClean="0"/>
              <a:t>2</a:t>
            </a:r>
            <a:r>
              <a:rPr lang="en-US" dirty="0" smtClean="0"/>
              <a:t> + b</a:t>
            </a:r>
            <a:r>
              <a:rPr lang="en-US" baseline="30000" dirty="0" smtClean="0"/>
              <a:t>2</a:t>
            </a:r>
            <a:r>
              <a:rPr lang="en-US" dirty="0" smtClean="0"/>
              <a:t> + c</a:t>
            </a:r>
            <a:r>
              <a:rPr lang="en-US" baseline="30000" dirty="0" smtClean="0"/>
              <a:t>2</a:t>
            </a:r>
            <a:r>
              <a:rPr lang="en-US" dirty="0" smtClean="0"/>
              <a:t> - 2ab + 2bc - 2ac</a:t>
            </a:r>
          </a:p>
          <a:p>
            <a:pPr fontAlgn="base"/>
            <a:r>
              <a:rPr lang="en-US" dirty="0" smtClean="0"/>
              <a:t>Increase in Percentage = (Change / Original Amount ) × 100</a:t>
            </a:r>
          </a:p>
          <a:p>
            <a:pPr fontAlgn="base"/>
            <a:r>
              <a:rPr lang="en-US" dirty="0" smtClean="0"/>
              <a:t>Profit percent = (Profit / Cost price) × 100</a:t>
            </a:r>
          </a:p>
          <a:p>
            <a:pPr fontAlgn="base"/>
            <a:r>
              <a:rPr lang="en-US" dirty="0" smtClean="0"/>
              <a:t>Simple Interest = (Principal × Rate × Time) / 100</a:t>
            </a:r>
          </a:p>
          <a:p>
            <a:pPr fontAlgn="base"/>
            <a:r>
              <a:rPr lang="en-US" dirty="0" smtClean="0"/>
              <a:t>Amount = Principal + Interest</a:t>
            </a:r>
          </a:p>
          <a:p>
            <a:pPr fontAlgn="base"/>
            <a:r>
              <a:rPr lang="en-US" dirty="0" smtClean="0"/>
              <a:t>Pythagoras Theorem : (Hypotenuse)</a:t>
            </a:r>
            <a:r>
              <a:rPr lang="en-US" baseline="30000" dirty="0" smtClean="0"/>
              <a:t>2</a:t>
            </a:r>
            <a:r>
              <a:rPr lang="en-US" dirty="0" smtClean="0"/>
              <a:t> = (Adjacent Side)</a:t>
            </a:r>
            <a:r>
              <a:rPr lang="en-US" baseline="30000" dirty="0" smtClean="0"/>
              <a:t>2</a:t>
            </a:r>
            <a:r>
              <a:rPr lang="en-US" dirty="0" smtClean="0"/>
              <a:t> + (Opposite Side)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fontAlgn="base"/>
            <a:r>
              <a:rPr lang="en-US" dirty="0" smtClean="0"/>
              <a:t>Area of a Circle = </a:t>
            </a:r>
            <a:r>
              <a:rPr lang="el-GR" dirty="0" smtClean="0"/>
              <a:t>π</a:t>
            </a:r>
            <a:r>
              <a:rPr lang="en-US" dirty="0" smtClean="0"/>
              <a:t>r</a:t>
            </a:r>
            <a:r>
              <a:rPr lang="en-US" baseline="30000" dirty="0" smtClean="0"/>
              <a:t> 2</a:t>
            </a:r>
            <a:r>
              <a:rPr lang="en-US" dirty="0" smtClean="0"/>
              <a:t>, where 'r' is the radius of a circle and </a:t>
            </a:r>
            <a:r>
              <a:rPr lang="el-GR" dirty="0" smtClean="0"/>
              <a:t>π = 22/7 </a:t>
            </a:r>
            <a:r>
              <a:rPr lang="en-US" dirty="0" smtClean="0"/>
              <a:t>or 3.14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56" y="-4228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Important  Formulas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38350"/>
            <a:ext cx="9144000" cy="857250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/>
              <a:t>CLASS 8</a:t>
            </a:r>
            <a:r>
              <a:rPr lang="en-US" sz="9600" baseline="30000" dirty="0" smtClean="0"/>
              <a:t>TH</a:t>
            </a:r>
            <a:r>
              <a:rPr lang="en-US" sz="9600" dirty="0" smtClean="0"/>
              <a:t> </a:t>
            </a:r>
            <a:endParaRPr lang="en-US" sz="9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819150"/>
            <a:ext cx="9144000" cy="4324350"/>
          </a:xfrm>
        </p:spPr>
        <p:txBody>
          <a:bodyPr/>
          <a:lstStyle/>
          <a:p>
            <a:pPr fontAlgn="base"/>
            <a:r>
              <a:rPr lang="en-US" sz="2800" dirty="0" smtClean="0"/>
              <a:t>Additive Identity states (a ⁄ b + 0) = (a ⁄ b)</a:t>
            </a:r>
          </a:p>
          <a:p>
            <a:pPr fontAlgn="base"/>
            <a:r>
              <a:rPr lang="en-US" sz="2800" dirty="0" smtClean="0"/>
              <a:t>Multiplicative Identity states (a ⁄ b) × 1 = (a/b)</a:t>
            </a:r>
          </a:p>
          <a:p>
            <a:pPr fontAlgn="base"/>
            <a:r>
              <a:rPr lang="en-US" sz="2800" dirty="0" smtClean="0"/>
              <a:t>Multiplicative Inverse states (a ⁄ b) × (b/a) = 1</a:t>
            </a:r>
          </a:p>
          <a:p>
            <a:pPr fontAlgn="base"/>
            <a:r>
              <a:rPr lang="en-US" sz="2800" dirty="0" smtClean="0"/>
              <a:t>Additive Inverse is defined as the value, which on adding with the original number results zero value.</a:t>
            </a:r>
          </a:p>
          <a:p>
            <a:pPr fontAlgn="base"/>
            <a:r>
              <a:rPr lang="en-US" sz="2800" dirty="0" smtClean="0"/>
              <a:t> a+(-a)=a-a=0</a:t>
            </a:r>
          </a:p>
          <a:p>
            <a:pPr fontAlgn="base"/>
            <a:r>
              <a:rPr lang="en-US" sz="2800" dirty="0" smtClean="0"/>
              <a:t>Original Number + x=0 </a:t>
            </a:r>
          </a:p>
          <a:p>
            <a:pPr fontAlgn="base"/>
            <a:r>
              <a:rPr lang="en-US" sz="2800" dirty="0" smtClean="0"/>
              <a:t>Additive Inverse of 10 is -10 </a:t>
            </a:r>
          </a:p>
          <a:p>
            <a:pPr fontAlgn="base"/>
            <a:endParaRPr lang="en-US" sz="2800" dirty="0" smtClean="0"/>
          </a:p>
          <a:p>
            <a:pPr fontAlgn="base"/>
            <a:endParaRPr lang="en-US" sz="2800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Rational Numbers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Multiplicative inverse of a number, say, N, is represented by 1/N or N</a:t>
            </a:r>
            <a:r>
              <a:rPr lang="en-US" baseline="30000" dirty="0" smtClean="0"/>
              <a:t>-1</a:t>
            </a:r>
          </a:p>
          <a:p>
            <a:r>
              <a:rPr lang="en-US" dirty="0" smtClean="0"/>
              <a:t>It is also called reciprocal. </a:t>
            </a:r>
          </a:p>
          <a:p>
            <a:r>
              <a:rPr lang="en-US" dirty="0" smtClean="0"/>
              <a:t>Fact : When a number by its own multiplicative inverse, the resultant value is equal to zero.</a:t>
            </a:r>
            <a:endParaRPr lang="en-US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Curved Surface Area of a Cone = 1 /2 × l × 2πr = πrl, where ‘r’ is its base radius and ‘l’ its slant height. ‘l’ = √(r</a:t>
            </a:r>
            <a:r>
              <a:rPr lang="en-US" baseline="30000" dirty="0" smtClean="0"/>
              <a:t>2</a:t>
            </a:r>
            <a:r>
              <a:rPr lang="en-US" dirty="0" smtClean="0"/>
              <a:t> + h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pPr fontAlgn="base"/>
            <a:r>
              <a:rPr lang="en-US" dirty="0" smtClean="0"/>
              <a:t>Volume of a Cuboid </a:t>
            </a:r>
          </a:p>
          <a:p>
            <a:pPr fontAlgn="base">
              <a:buNone/>
            </a:pPr>
            <a:r>
              <a:rPr lang="en-US" dirty="0" smtClean="0"/>
              <a:t>		= Base Area × Height </a:t>
            </a:r>
          </a:p>
          <a:p>
            <a:pPr fontAlgn="base">
              <a:buNone/>
            </a:pPr>
            <a:r>
              <a:rPr lang="en-US" dirty="0" smtClean="0"/>
              <a:t>		= Length × Breadth × Height</a:t>
            </a:r>
          </a:p>
          <a:p>
            <a:pPr fontAlgn="base"/>
            <a:r>
              <a:rPr lang="en-US" dirty="0" smtClean="0"/>
              <a:t>Volume of a Cone </a:t>
            </a:r>
            <a:r>
              <a:rPr lang="en-US" sz="2700" dirty="0" smtClean="0"/>
              <a:t>= (1 / 3 )πr</a:t>
            </a:r>
            <a:r>
              <a:rPr lang="en-US" sz="2700" baseline="30000" dirty="0" smtClean="0"/>
              <a:t>2</a:t>
            </a:r>
            <a:r>
              <a:rPr lang="en-US" sz="2700" dirty="0" smtClean="0"/>
              <a:t>h</a:t>
            </a:r>
          </a:p>
          <a:p>
            <a:pPr fontAlgn="base"/>
            <a:r>
              <a:rPr lang="en-US" dirty="0" smtClean="0"/>
              <a:t>Volume of a Sphere = (4/3) π r</a:t>
            </a:r>
            <a:r>
              <a:rPr lang="en-US" baseline="30000" dirty="0" smtClean="0"/>
              <a:t>3</a:t>
            </a:r>
            <a:endParaRPr lang="en-US" dirty="0" smtClean="0"/>
          </a:p>
          <a:p>
            <a:pPr fontAlgn="base"/>
            <a:r>
              <a:rPr lang="en-US" dirty="0" smtClean="0"/>
              <a:t>Volume of a Hemisphere = (2/3) πr</a:t>
            </a:r>
            <a:r>
              <a:rPr lang="en-US" baseline="30000" dirty="0" smtClean="0"/>
              <a:t>3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Geometry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 smtClean="0"/>
              <a:t>Law of Product: a</a:t>
            </a:r>
            <a:r>
              <a:rPr lang="en-US" sz="2800" baseline="30000" dirty="0" smtClean="0"/>
              <a:t>m</a:t>
            </a:r>
            <a:r>
              <a:rPr lang="en-US" sz="2800" dirty="0" smtClean="0"/>
              <a:t> × a</a:t>
            </a:r>
            <a:r>
              <a:rPr lang="en-US" sz="2800" baseline="30000" dirty="0" smtClean="0"/>
              <a:t>n</a:t>
            </a:r>
            <a:r>
              <a:rPr lang="en-US" sz="2800" dirty="0" smtClean="0"/>
              <a:t> = a</a:t>
            </a:r>
            <a:r>
              <a:rPr lang="en-US" sz="2800" baseline="30000" dirty="0" smtClean="0"/>
              <a:t>m + n</a:t>
            </a:r>
            <a:endParaRPr lang="en-US" sz="2800" dirty="0" smtClean="0"/>
          </a:p>
          <a:p>
            <a:pPr fontAlgn="base"/>
            <a:r>
              <a:rPr lang="en-US" sz="2800" dirty="0" smtClean="0"/>
              <a:t>Law of Quotient: a</a:t>
            </a:r>
            <a:r>
              <a:rPr lang="en-US" sz="2800" baseline="30000" dirty="0" smtClean="0"/>
              <a:t>m</a:t>
            </a:r>
            <a:r>
              <a:rPr lang="en-US" sz="2800" dirty="0" smtClean="0"/>
              <a:t>/a</a:t>
            </a:r>
            <a:r>
              <a:rPr lang="en-US" sz="2800" baseline="30000" dirty="0" smtClean="0"/>
              <a:t>n</a:t>
            </a:r>
            <a:r>
              <a:rPr lang="en-US" sz="2800" dirty="0" smtClean="0"/>
              <a:t> = a</a:t>
            </a:r>
            <a:r>
              <a:rPr lang="en-US" sz="2800" baseline="30000" dirty="0" smtClean="0"/>
              <a:t>m - n</a:t>
            </a:r>
            <a:endParaRPr lang="en-US" sz="2800" dirty="0" smtClean="0"/>
          </a:p>
          <a:p>
            <a:pPr fontAlgn="base"/>
            <a:r>
              <a:rPr lang="en-US" sz="2800" dirty="0" smtClean="0"/>
              <a:t>Law of Zero Exponent: a</a:t>
            </a:r>
            <a:r>
              <a:rPr lang="en-US" sz="2800" baseline="30000" dirty="0" smtClean="0"/>
              <a:t>0</a:t>
            </a:r>
            <a:r>
              <a:rPr lang="en-US" sz="2800" dirty="0" smtClean="0"/>
              <a:t> = 1</a:t>
            </a:r>
          </a:p>
          <a:p>
            <a:pPr fontAlgn="base"/>
            <a:r>
              <a:rPr lang="en-US" sz="2800" dirty="0" smtClean="0"/>
              <a:t>Law of Negative Exponent: a</a:t>
            </a:r>
            <a:r>
              <a:rPr lang="en-US" sz="2800" baseline="30000" dirty="0" smtClean="0"/>
              <a:t>-m</a:t>
            </a:r>
            <a:r>
              <a:rPr lang="en-US" sz="2800" dirty="0" smtClean="0"/>
              <a:t> = 1/a</a:t>
            </a:r>
            <a:r>
              <a:rPr lang="en-US" sz="2800" baseline="30000" dirty="0" smtClean="0"/>
              <a:t>m</a:t>
            </a:r>
            <a:endParaRPr lang="en-US" sz="2800" dirty="0" smtClean="0"/>
          </a:p>
          <a:p>
            <a:pPr fontAlgn="base"/>
            <a:r>
              <a:rPr lang="en-US" sz="2800" dirty="0" smtClean="0"/>
              <a:t>Law of Power of a Power: (a</a:t>
            </a:r>
            <a:r>
              <a:rPr lang="en-US" sz="2800" baseline="30000" dirty="0" smtClean="0"/>
              <a:t>m</a:t>
            </a:r>
            <a:r>
              <a:rPr lang="en-US" sz="2800" dirty="0" smtClean="0"/>
              <a:t>)</a:t>
            </a:r>
            <a:r>
              <a:rPr lang="en-US" sz="2800" baseline="30000" dirty="0" smtClean="0"/>
              <a:t>n</a:t>
            </a:r>
            <a:r>
              <a:rPr lang="en-US" sz="2800" dirty="0" smtClean="0"/>
              <a:t> = </a:t>
            </a:r>
            <a:r>
              <a:rPr lang="en-US" sz="2800" dirty="0" err="1" smtClean="0"/>
              <a:t>a</a:t>
            </a:r>
            <a:r>
              <a:rPr lang="en-US" sz="2800" baseline="30000" dirty="0" err="1" smtClean="0"/>
              <a:t>mn</a:t>
            </a:r>
            <a:endParaRPr lang="en-US" sz="2800" dirty="0" smtClean="0"/>
          </a:p>
          <a:p>
            <a:pPr fontAlgn="base"/>
            <a:r>
              <a:rPr lang="en-US" sz="2800" dirty="0" smtClean="0"/>
              <a:t>Law of Power of a Product: (</a:t>
            </a:r>
            <a:r>
              <a:rPr lang="en-US" sz="2800" dirty="0" err="1" smtClean="0"/>
              <a:t>ab</a:t>
            </a:r>
            <a:r>
              <a:rPr lang="en-US" sz="2800" dirty="0" smtClean="0"/>
              <a:t>)</a:t>
            </a:r>
            <a:r>
              <a:rPr lang="en-US" sz="2800" baseline="30000" dirty="0" smtClean="0"/>
              <a:t>m</a:t>
            </a:r>
            <a:r>
              <a:rPr lang="en-US" sz="2800" dirty="0" smtClean="0"/>
              <a:t> = </a:t>
            </a:r>
            <a:r>
              <a:rPr lang="en-US" sz="2800" dirty="0" err="1" smtClean="0"/>
              <a:t>a</a:t>
            </a:r>
            <a:r>
              <a:rPr lang="en-US" sz="2800" baseline="30000" dirty="0" err="1" smtClean="0"/>
              <a:t>m</a:t>
            </a:r>
            <a:r>
              <a:rPr lang="en-US" sz="2800" dirty="0" err="1" smtClean="0"/>
              <a:t>b</a:t>
            </a:r>
            <a:r>
              <a:rPr lang="en-US" sz="2800" baseline="30000" dirty="0" err="1" smtClean="0"/>
              <a:t>m</a:t>
            </a:r>
            <a:endParaRPr lang="en-US" sz="2800" dirty="0" smtClean="0"/>
          </a:p>
          <a:p>
            <a:pPr fontAlgn="base"/>
            <a:r>
              <a:rPr lang="en-US" sz="2800" dirty="0" smtClean="0"/>
              <a:t>Law of Power of a Quotient: (a/b)</a:t>
            </a:r>
            <a:r>
              <a:rPr lang="en-US" sz="2800" baseline="30000" dirty="0" smtClean="0"/>
              <a:t>m</a:t>
            </a:r>
            <a:r>
              <a:rPr lang="en-US" sz="2800" dirty="0" smtClean="0"/>
              <a:t> = a</a:t>
            </a:r>
            <a:r>
              <a:rPr lang="en-US" sz="2800" baseline="30000" dirty="0" smtClean="0"/>
              <a:t>m</a:t>
            </a:r>
            <a:r>
              <a:rPr lang="en-US" sz="2800" dirty="0" smtClean="0"/>
              <a:t>/</a:t>
            </a:r>
            <a:r>
              <a:rPr lang="en-US" sz="2800" dirty="0" err="1" smtClean="0"/>
              <a:t>b</a:t>
            </a:r>
            <a:r>
              <a:rPr lang="en-US" sz="2800" baseline="30000" dirty="0" err="1" smtClean="0"/>
              <a:t>m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Exponents Formulas 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/>
          <a:lstStyle/>
          <a:p>
            <a:pPr fontAlgn="base"/>
            <a:r>
              <a:rPr lang="en-US" dirty="0" smtClean="0"/>
              <a:t>Discount = Marked Price - Sale Price</a:t>
            </a:r>
          </a:p>
          <a:p>
            <a:pPr fontAlgn="base"/>
            <a:r>
              <a:rPr lang="en-US" dirty="0" smtClean="0"/>
              <a:t>Simple Interest = ( Principal × Rate × Time )/100</a:t>
            </a:r>
          </a:p>
          <a:p>
            <a:pPr fontAlgn="base"/>
            <a:r>
              <a:rPr lang="en-US" dirty="0" smtClean="0"/>
              <a:t>Compound Interest Formula = Amount - Principal</a:t>
            </a:r>
          </a:p>
          <a:p>
            <a:pPr fontAlgn="base"/>
            <a:r>
              <a:rPr lang="en-US" dirty="0" smtClean="0"/>
              <a:t>If the interest is to be calculated annually, then</a:t>
            </a:r>
          </a:p>
          <a:p>
            <a:pPr fontAlgn="base">
              <a:buNone/>
            </a:pPr>
            <a:r>
              <a:rPr lang="en-US" dirty="0" smtClean="0"/>
              <a:t>	 Amount = Principal ( 1 + Rate/100)</a:t>
            </a:r>
            <a:r>
              <a:rPr lang="en-US" baseline="30000" dirty="0" smtClean="0"/>
              <a:t>n</a:t>
            </a:r>
            <a:r>
              <a:rPr lang="en-US" dirty="0" smtClean="0"/>
              <a:t> </a:t>
            </a:r>
          </a:p>
          <a:p>
            <a:pPr fontAlgn="base">
              <a:buNone/>
            </a:pPr>
            <a:r>
              <a:rPr lang="en-US" dirty="0" smtClean="0"/>
              <a:t>	‘n’ is the time period.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Comparing Quantities Formulas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8229600" cy="3394472"/>
          </a:xfrm>
        </p:spPr>
        <p:txBody>
          <a:bodyPr>
            <a:normAutofit/>
          </a:bodyPr>
          <a:lstStyle/>
          <a:p>
            <a:pPr fontAlgn="base"/>
            <a:r>
              <a:rPr lang="pt-BR" sz="2800" dirty="0" smtClean="0"/>
              <a:t>(a + b)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= a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+ 2ab + b</a:t>
            </a:r>
            <a:r>
              <a:rPr lang="pt-BR" sz="2800" baseline="30000" dirty="0" smtClean="0"/>
              <a:t>2</a:t>
            </a:r>
            <a:endParaRPr lang="pt-BR" sz="2800" dirty="0" smtClean="0"/>
          </a:p>
          <a:p>
            <a:pPr fontAlgn="base"/>
            <a:r>
              <a:rPr lang="pt-BR" sz="2800" dirty="0" smtClean="0"/>
              <a:t>(a + b) (a - b) = a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- b</a:t>
            </a:r>
            <a:r>
              <a:rPr lang="pt-BR" sz="2800" baseline="30000" dirty="0" smtClean="0"/>
              <a:t>2</a:t>
            </a:r>
            <a:endParaRPr lang="pt-BR" sz="2800" dirty="0" smtClean="0"/>
          </a:p>
          <a:p>
            <a:pPr fontAlgn="base"/>
            <a:r>
              <a:rPr lang="pt-BR" sz="2800" dirty="0" smtClean="0"/>
              <a:t>(a - b)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= a</a:t>
            </a:r>
            <a:r>
              <a:rPr lang="pt-BR" sz="2800" baseline="30000" dirty="0" smtClean="0"/>
              <a:t>2</a:t>
            </a:r>
            <a:r>
              <a:rPr lang="pt-BR" sz="2800" dirty="0" smtClean="0"/>
              <a:t> - 2ab + b</a:t>
            </a:r>
            <a:r>
              <a:rPr lang="pt-BR" sz="2800" baseline="30000" dirty="0" smtClean="0"/>
              <a:t>2</a:t>
            </a:r>
            <a:endParaRPr lang="pt-BR" sz="2800" dirty="0" smtClean="0"/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smtClean="0"/>
              <a:t>Algebra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en-US" dirty="0" smtClean="0"/>
              <a:t>Additive inverse of rational number: a/b = -b/a</a:t>
            </a:r>
          </a:p>
          <a:p>
            <a:pPr fontAlgn="base"/>
            <a:r>
              <a:rPr lang="en-US" dirty="0" smtClean="0"/>
              <a:t>Multiplicative Inverse of a/b = c/d , if a/b × c/d = 1</a:t>
            </a:r>
          </a:p>
          <a:p>
            <a:pPr fontAlgn="base"/>
            <a:r>
              <a:rPr lang="en-US" dirty="0" smtClean="0"/>
              <a:t>Distributivity a(b - c) = </a:t>
            </a:r>
            <a:r>
              <a:rPr lang="en-US" dirty="0" err="1" smtClean="0"/>
              <a:t>ab</a:t>
            </a:r>
            <a:r>
              <a:rPr lang="en-US" dirty="0" smtClean="0"/>
              <a:t> - ac</a:t>
            </a:r>
          </a:p>
          <a:p>
            <a:pPr fontAlgn="base"/>
            <a:r>
              <a:rPr lang="en-US" dirty="0" smtClean="0"/>
              <a:t>Probability of the occurrence of an event = Number of outcomes that comprise an event/ Total number of outcomes</a:t>
            </a:r>
          </a:p>
          <a:p>
            <a:pPr fontAlgn="base"/>
            <a:r>
              <a:rPr lang="en-US" dirty="0" smtClean="0"/>
              <a:t>Compound Interest formula = Amount - Principal, Amount in case the interest is to be calculated annually = Principal ( 1 + Rate/100)</a:t>
            </a:r>
            <a:r>
              <a:rPr lang="en-US" baseline="30000" dirty="0" smtClean="0"/>
              <a:t>n</a:t>
            </a:r>
            <a:r>
              <a:rPr lang="en-US" dirty="0" smtClean="0"/>
              <a:t>, where ‘n’ is the time period.</a:t>
            </a:r>
          </a:p>
          <a:p>
            <a:pPr fontAlgn="base"/>
            <a:r>
              <a:rPr lang="en-US" dirty="0" smtClean="0"/>
              <a:t>(a - b)</a:t>
            </a:r>
            <a:r>
              <a:rPr lang="en-US" baseline="30000" dirty="0" smtClean="0"/>
              <a:t>2</a:t>
            </a:r>
            <a:r>
              <a:rPr lang="en-US" dirty="0" smtClean="0"/>
              <a:t> = a</a:t>
            </a:r>
            <a:r>
              <a:rPr lang="en-US" baseline="30000" dirty="0" smtClean="0"/>
              <a:t>2</a:t>
            </a:r>
            <a:r>
              <a:rPr lang="en-US" dirty="0" smtClean="0"/>
              <a:t> - 2ab + b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fontAlgn="base"/>
            <a:r>
              <a:rPr lang="en-US" dirty="0" smtClean="0"/>
              <a:t>(a + b) (a - b) = a</a:t>
            </a:r>
            <a:r>
              <a:rPr lang="en-US" baseline="30000" dirty="0" smtClean="0"/>
              <a:t>2</a:t>
            </a:r>
            <a:r>
              <a:rPr lang="en-US" dirty="0" smtClean="0"/>
              <a:t> - b</a:t>
            </a:r>
            <a:r>
              <a:rPr lang="en-US" baseline="30000" dirty="0" smtClean="0"/>
              <a:t>2</a:t>
            </a:r>
            <a:r>
              <a:rPr lang="en-US" dirty="0" smtClean="0"/>
              <a:t>  </a:t>
            </a:r>
          </a:p>
          <a:p>
            <a:pPr fontAlgn="base"/>
            <a:r>
              <a:rPr lang="en-US" dirty="0" smtClean="0"/>
              <a:t>Euler’s Formula: For any polyhedron, Number of faces + Number of vertices - Number of edges = 2</a:t>
            </a:r>
          </a:p>
          <a:p>
            <a:pPr fontAlgn="base"/>
            <a:r>
              <a:rPr lang="en-US" dirty="0" smtClean="0"/>
              <a:t>Volume of a Cone = (1 / 3 )πr</a:t>
            </a:r>
            <a:r>
              <a:rPr lang="en-US" baseline="30000" dirty="0" smtClean="0"/>
              <a:t>2</a:t>
            </a:r>
            <a:r>
              <a:rPr lang="en-US" dirty="0" smtClean="0"/>
              <a:t>h</a:t>
            </a:r>
          </a:p>
          <a:p>
            <a:pPr fontAlgn="base"/>
            <a:r>
              <a:rPr lang="en-US" dirty="0" smtClean="0"/>
              <a:t>Volume of a Sphere = (4/3) π r</a:t>
            </a:r>
            <a:r>
              <a:rPr lang="en-US" baseline="30000" dirty="0" smtClean="0"/>
              <a:t>3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Important  Formulas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38350"/>
            <a:ext cx="9144000" cy="857250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/>
              <a:t>CLASS 9</a:t>
            </a:r>
            <a:r>
              <a:rPr lang="en-US" sz="9600" baseline="30000" dirty="0" smtClean="0"/>
              <a:t>TH</a:t>
            </a:r>
            <a:r>
              <a:rPr lang="en-US" sz="9600" dirty="0" smtClean="0"/>
              <a:t> </a:t>
            </a:r>
            <a:endParaRPr lang="en-US" sz="9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666750"/>
            <a:ext cx="9144000" cy="4476750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 smtClean="0"/>
              <a:t>√</a:t>
            </a:r>
            <a:r>
              <a:rPr lang="en-US" sz="2800" dirty="0" err="1" smtClean="0"/>
              <a:t>ab</a:t>
            </a:r>
            <a:r>
              <a:rPr lang="en-US" sz="2800" dirty="0" smtClean="0"/>
              <a:t> = √a √b</a:t>
            </a:r>
          </a:p>
          <a:p>
            <a:pPr fontAlgn="base"/>
            <a:r>
              <a:rPr lang="en-US" sz="2800" dirty="0" smtClean="0"/>
              <a:t>√(a/b) =  √a / √b</a:t>
            </a:r>
          </a:p>
          <a:p>
            <a:pPr fontAlgn="base"/>
            <a:r>
              <a:rPr lang="en-US" sz="2800" dirty="0" smtClean="0"/>
              <a:t>(√a + √b) (√a - √b) = a - b </a:t>
            </a:r>
          </a:p>
          <a:p>
            <a:pPr fontAlgn="base"/>
            <a:r>
              <a:rPr lang="en-US" sz="2800" dirty="0" smtClean="0"/>
              <a:t>(√a + √b)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= a + 2√ab + b</a:t>
            </a:r>
          </a:p>
          <a:p>
            <a:pPr fontAlgn="base"/>
            <a:r>
              <a:rPr lang="en-US" sz="2800" dirty="0" smtClean="0"/>
              <a:t>(a + √b) (a - √b) = a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- b</a:t>
            </a:r>
          </a:p>
          <a:p>
            <a:pPr fontAlgn="base"/>
            <a:r>
              <a:rPr lang="en-US" sz="2800" dirty="0" smtClean="0"/>
              <a:t>(a + b) (a - b) = a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- b</a:t>
            </a:r>
            <a:r>
              <a:rPr lang="en-US" sz="2800" baseline="30000" dirty="0" smtClean="0"/>
              <a:t>2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Number System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566902"/>
            <a:ext cx="9144000" cy="4576598"/>
          </a:xfrm>
        </p:spPr>
        <p:txBody>
          <a:bodyPr>
            <a:normAutofit/>
          </a:bodyPr>
          <a:lstStyle/>
          <a:p>
            <a:pPr fontAlgn="base"/>
            <a:r>
              <a:rPr lang="pt-BR" sz="3200" dirty="0" smtClean="0"/>
              <a:t>(x+ y)</a:t>
            </a:r>
            <a:r>
              <a:rPr lang="pt-BR" sz="3200" baseline="30000" dirty="0" smtClean="0"/>
              <a:t>2</a:t>
            </a:r>
            <a:r>
              <a:rPr lang="pt-BR" sz="3200" dirty="0" smtClean="0"/>
              <a:t> = x</a:t>
            </a:r>
            <a:r>
              <a:rPr lang="pt-BR" sz="3200" baseline="30000" dirty="0" smtClean="0"/>
              <a:t>2</a:t>
            </a:r>
            <a:r>
              <a:rPr lang="pt-BR" sz="3200" dirty="0" smtClean="0"/>
              <a:t> + 2xy + y</a:t>
            </a:r>
            <a:r>
              <a:rPr lang="pt-BR" sz="3200" baseline="30000" dirty="0" smtClean="0"/>
              <a:t>2</a:t>
            </a:r>
          </a:p>
          <a:p>
            <a:pPr fontAlgn="base"/>
            <a:r>
              <a:rPr lang="es-ES" sz="3200" dirty="0" smtClean="0"/>
              <a:t>(x – y) </a:t>
            </a:r>
            <a:r>
              <a:rPr lang="es-ES" sz="3200" baseline="30000" dirty="0" smtClean="0"/>
              <a:t>2</a:t>
            </a:r>
            <a:r>
              <a:rPr lang="es-ES" sz="3200" dirty="0" smtClean="0"/>
              <a:t> = x </a:t>
            </a:r>
            <a:r>
              <a:rPr lang="es-ES" sz="3200" baseline="30000" dirty="0" smtClean="0"/>
              <a:t>2</a:t>
            </a:r>
            <a:r>
              <a:rPr lang="es-ES" sz="3200" dirty="0" smtClean="0"/>
              <a:t> – 2xy + y </a:t>
            </a:r>
            <a:r>
              <a:rPr lang="es-ES" sz="3200" baseline="30000" dirty="0" smtClean="0"/>
              <a:t>2</a:t>
            </a:r>
          </a:p>
          <a:p>
            <a:pPr fontAlgn="base"/>
            <a:r>
              <a:rPr lang="es-ES" sz="3200" dirty="0" smtClean="0"/>
              <a:t>x </a:t>
            </a:r>
            <a:r>
              <a:rPr lang="es-ES" sz="3200" baseline="30000" dirty="0" smtClean="0"/>
              <a:t>2</a:t>
            </a:r>
            <a:r>
              <a:rPr lang="es-ES" sz="3200" dirty="0" smtClean="0"/>
              <a:t> – y </a:t>
            </a:r>
            <a:r>
              <a:rPr lang="es-ES" sz="3200" baseline="30000" dirty="0" smtClean="0"/>
              <a:t>2</a:t>
            </a:r>
            <a:r>
              <a:rPr lang="es-ES" sz="3200" dirty="0" smtClean="0"/>
              <a:t> = (x + y) (x – y)</a:t>
            </a:r>
          </a:p>
          <a:p>
            <a:pPr fontAlgn="base"/>
            <a:r>
              <a:rPr lang="pt-BR" sz="3200" dirty="0" smtClean="0"/>
              <a:t>(x + a) (x + b) = x </a:t>
            </a:r>
            <a:r>
              <a:rPr lang="pt-BR" sz="3200" baseline="30000" dirty="0" smtClean="0"/>
              <a:t>2</a:t>
            </a:r>
            <a:r>
              <a:rPr lang="pt-BR" sz="3200" dirty="0" smtClean="0"/>
              <a:t> + (a + b)x + ab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6400800" cy="6667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Algebra Formulas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0"/>
            <a:ext cx="8229600" cy="3394472"/>
          </a:xfrm>
        </p:spPr>
        <p:txBody>
          <a:bodyPr>
            <a:normAutofit/>
          </a:bodyPr>
          <a:lstStyle/>
          <a:p>
            <a:pPr fontAlgn="base"/>
            <a:r>
              <a:rPr lang="pl-PL" sz="2800" dirty="0" smtClean="0"/>
              <a:t>(x + y + z) </a:t>
            </a:r>
            <a:r>
              <a:rPr lang="pl-PL" sz="2800" baseline="30000" dirty="0" smtClean="0"/>
              <a:t>2</a:t>
            </a:r>
            <a:r>
              <a:rPr lang="pl-PL" sz="2800" dirty="0" smtClean="0"/>
              <a:t> = x </a:t>
            </a:r>
            <a:r>
              <a:rPr lang="pl-PL" sz="2800" baseline="30000" dirty="0" smtClean="0"/>
              <a:t>2</a:t>
            </a:r>
            <a:r>
              <a:rPr lang="pl-PL" sz="2800" dirty="0" smtClean="0"/>
              <a:t> + y </a:t>
            </a:r>
            <a:r>
              <a:rPr lang="pl-PL" sz="2800" baseline="30000" dirty="0" smtClean="0"/>
              <a:t>2</a:t>
            </a:r>
            <a:r>
              <a:rPr lang="pl-PL" sz="2800" dirty="0" smtClean="0"/>
              <a:t> + z </a:t>
            </a:r>
            <a:r>
              <a:rPr lang="pl-PL" sz="2800" baseline="30000" dirty="0" smtClean="0"/>
              <a:t>2</a:t>
            </a:r>
            <a:r>
              <a:rPr lang="pl-PL" sz="2800" dirty="0" smtClean="0"/>
              <a:t> + 2xy + 2yz + 2zx</a:t>
            </a:r>
            <a:endParaRPr lang="pt-BR" sz="2800" baseline="30000" dirty="0" smtClean="0"/>
          </a:p>
          <a:p>
            <a:pPr fontAlgn="base"/>
            <a:r>
              <a:rPr lang="pt-BR" sz="2800" dirty="0" smtClean="0"/>
              <a:t>(x - y)</a:t>
            </a:r>
            <a:r>
              <a:rPr lang="pt-BR" sz="2800" baseline="30000" dirty="0" smtClean="0"/>
              <a:t>3</a:t>
            </a:r>
            <a:r>
              <a:rPr lang="pt-BR" sz="2800" dirty="0" smtClean="0"/>
              <a:t> = x</a:t>
            </a:r>
            <a:r>
              <a:rPr lang="pt-BR" sz="2800" baseline="30000" dirty="0" smtClean="0"/>
              <a:t>3</a:t>
            </a:r>
            <a:r>
              <a:rPr lang="pt-BR" sz="2800" dirty="0" smtClean="0"/>
              <a:t> - y</a:t>
            </a:r>
            <a:r>
              <a:rPr lang="pt-BR" sz="2800" baseline="30000" dirty="0" smtClean="0"/>
              <a:t>3</a:t>
            </a:r>
            <a:r>
              <a:rPr lang="pt-BR" sz="2800" dirty="0" smtClean="0"/>
              <a:t> - 3xy(x - y)</a:t>
            </a:r>
          </a:p>
          <a:p>
            <a:pPr fontAlgn="base"/>
            <a:r>
              <a:rPr lang="es-ES" sz="2800" dirty="0" smtClean="0"/>
              <a:t>(x – y) </a:t>
            </a:r>
            <a:r>
              <a:rPr lang="es-ES" sz="2800" baseline="30000" dirty="0" smtClean="0"/>
              <a:t>3</a:t>
            </a:r>
            <a:r>
              <a:rPr lang="es-ES" sz="2800" dirty="0" smtClean="0"/>
              <a:t> = x </a:t>
            </a:r>
            <a:r>
              <a:rPr lang="es-ES" sz="2800" baseline="30000" dirty="0" smtClean="0"/>
              <a:t>3</a:t>
            </a:r>
            <a:r>
              <a:rPr lang="es-ES" sz="2800" dirty="0" smtClean="0"/>
              <a:t> – y </a:t>
            </a:r>
            <a:r>
              <a:rPr lang="es-ES" sz="2800" baseline="30000" dirty="0" smtClean="0"/>
              <a:t>3</a:t>
            </a:r>
            <a:r>
              <a:rPr lang="es-ES" sz="2800" dirty="0" smtClean="0"/>
              <a:t> – 3xy(x – y)</a:t>
            </a:r>
          </a:p>
          <a:p>
            <a:pPr fontAlgn="base">
              <a:buNone/>
            </a:pPr>
            <a:r>
              <a:rPr lang="es-ES" sz="2800" dirty="0" smtClean="0"/>
              <a:t>		         = x </a:t>
            </a:r>
            <a:r>
              <a:rPr lang="es-ES" sz="2800" baseline="30000" dirty="0" smtClean="0"/>
              <a:t>3</a:t>
            </a:r>
            <a:r>
              <a:rPr lang="es-ES" sz="2800" dirty="0" smtClean="0"/>
              <a:t> – 3x </a:t>
            </a:r>
            <a:r>
              <a:rPr lang="es-ES" sz="2800" baseline="30000" dirty="0" smtClean="0"/>
              <a:t>2</a:t>
            </a:r>
            <a:r>
              <a:rPr lang="es-ES" sz="2800" dirty="0" smtClean="0"/>
              <a:t>y + 3xy</a:t>
            </a:r>
            <a:r>
              <a:rPr lang="es-ES" sz="2800" baseline="30000" dirty="0" smtClean="0"/>
              <a:t>2</a:t>
            </a:r>
            <a:r>
              <a:rPr lang="es-ES" sz="2800" dirty="0" smtClean="0"/>
              <a:t> – y </a:t>
            </a:r>
            <a:r>
              <a:rPr lang="es-ES" sz="2800" baseline="30000" dirty="0" smtClean="0"/>
              <a:t>3</a:t>
            </a:r>
          </a:p>
          <a:p>
            <a:pPr fontAlgn="base"/>
            <a:r>
              <a:rPr lang="pl-PL" sz="2800" dirty="0" smtClean="0"/>
              <a:t>x </a:t>
            </a:r>
            <a:r>
              <a:rPr lang="pl-PL" sz="2800" baseline="30000" dirty="0" smtClean="0"/>
              <a:t>3</a:t>
            </a:r>
            <a:r>
              <a:rPr lang="pl-PL" sz="2800" dirty="0" smtClean="0"/>
              <a:t> + y </a:t>
            </a:r>
            <a:r>
              <a:rPr lang="pl-PL" sz="2800" baseline="30000" dirty="0" smtClean="0"/>
              <a:t>3</a:t>
            </a:r>
            <a:r>
              <a:rPr lang="pl-PL" sz="2800" dirty="0" smtClean="0"/>
              <a:t> + z </a:t>
            </a:r>
            <a:r>
              <a:rPr lang="pl-PL" sz="2800" baseline="30000" dirty="0" smtClean="0"/>
              <a:t>3</a:t>
            </a:r>
            <a:r>
              <a:rPr lang="pl-PL" sz="2800" dirty="0" smtClean="0"/>
              <a:t> – 3xyz</a:t>
            </a:r>
            <a:endParaRPr lang="en-US" sz="2800" dirty="0" smtClean="0"/>
          </a:p>
          <a:p>
            <a:pPr fontAlgn="base">
              <a:buNone/>
            </a:pPr>
            <a:r>
              <a:rPr lang="en-US" sz="2800" dirty="0" smtClean="0"/>
              <a:t>			</a:t>
            </a:r>
            <a:r>
              <a:rPr lang="pl-PL" sz="2800" dirty="0" smtClean="0"/>
              <a:t> = (x + y + z)(x </a:t>
            </a:r>
            <a:r>
              <a:rPr lang="pl-PL" sz="2800" baseline="30000" dirty="0" smtClean="0"/>
              <a:t>2</a:t>
            </a:r>
            <a:r>
              <a:rPr lang="pl-PL" sz="2800" dirty="0" smtClean="0"/>
              <a:t> + y </a:t>
            </a:r>
            <a:r>
              <a:rPr lang="pl-PL" sz="2800" baseline="30000" dirty="0" smtClean="0"/>
              <a:t>2</a:t>
            </a:r>
            <a:r>
              <a:rPr lang="pl-PL" sz="2800" dirty="0" smtClean="0"/>
              <a:t> + z </a:t>
            </a:r>
            <a:r>
              <a:rPr lang="pl-PL" sz="2800" baseline="30000" dirty="0" smtClean="0"/>
              <a:t>2</a:t>
            </a:r>
            <a:r>
              <a:rPr lang="pl-PL" sz="2800" dirty="0" smtClean="0"/>
              <a:t> – xy– yz – zx)</a:t>
            </a:r>
            <a:endParaRPr lang="pt-BR" sz="2800" baseline="30000" dirty="0" smtClean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Curved Surface Area of a Cone = 1/2 × l × 2πr = πrl</a:t>
            </a:r>
          </a:p>
          <a:p>
            <a:r>
              <a:rPr lang="en-US" sz="2800" dirty="0" smtClean="0"/>
              <a:t>Total Surface Area of a Cone = πrl + </a:t>
            </a:r>
            <a:r>
              <a:rPr lang="en-US" sz="2800" dirty="0" err="1" smtClean="0"/>
              <a:t>πr</a:t>
            </a:r>
            <a:r>
              <a:rPr lang="en-US" sz="2800" dirty="0" smtClean="0"/>
              <a:t> 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= </a:t>
            </a:r>
            <a:r>
              <a:rPr lang="en-US" sz="2800" dirty="0" err="1" smtClean="0"/>
              <a:t>πr</a:t>
            </a:r>
            <a:r>
              <a:rPr lang="en-US" sz="2800" dirty="0" smtClean="0"/>
              <a:t>(l + r)</a:t>
            </a:r>
          </a:p>
          <a:p>
            <a:r>
              <a:rPr lang="en-US" sz="2800" dirty="0" smtClean="0"/>
              <a:t>Surface Area of a Sphere = 4 π r </a:t>
            </a:r>
            <a:r>
              <a:rPr lang="en-US" sz="2800" baseline="30000" dirty="0" smtClean="0"/>
              <a:t>2 </a:t>
            </a:r>
          </a:p>
          <a:p>
            <a:r>
              <a:rPr lang="en-US" sz="2800" dirty="0" smtClean="0"/>
              <a:t>Curved Surface Area of a Hemisphere = 2πr 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Total Surface Area of a Hemisphere = 3πr </a:t>
            </a:r>
            <a:r>
              <a:rPr lang="en-US" sz="2800" baseline="30000" dirty="0" smtClean="0"/>
              <a:t>2</a:t>
            </a:r>
          </a:p>
          <a:p>
            <a:r>
              <a:rPr lang="en-US" sz="2800" dirty="0" smtClean="0"/>
              <a:t>Volume of a Cone = 1/3 </a:t>
            </a:r>
            <a:r>
              <a:rPr lang="el-GR" sz="2800" dirty="0" smtClean="0"/>
              <a:t>π</a:t>
            </a:r>
            <a:r>
              <a:rPr lang="en-US" sz="2800" dirty="0" smtClean="0"/>
              <a:t>r 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h</a:t>
            </a:r>
          </a:p>
          <a:p>
            <a:r>
              <a:rPr lang="en-US" sz="2800" dirty="0" smtClean="0"/>
              <a:t>Volume of a Sphere = 4/3 π r </a:t>
            </a:r>
            <a:r>
              <a:rPr lang="en-US" sz="2800" baseline="30000" dirty="0" smtClean="0"/>
              <a:t>3</a:t>
            </a:r>
          </a:p>
          <a:p>
            <a:r>
              <a:rPr lang="en-US" sz="2800" dirty="0" smtClean="0"/>
              <a:t>Volume of a Hemisphere = 2/3 </a:t>
            </a:r>
            <a:r>
              <a:rPr lang="en-US" sz="2800" dirty="0" err="1" smtClean="0"/>
              <a:t>πr</a:t>
            </a:r>
            <a:r>
              <a:rPr lang="en-US" sz="2800" dirty="0" smtClean="0"/>
              <a:t> </a:t>
            </a:r>
            <a:r>
              <a:rPr lang="en-US" sz="2800" baseline="30000" dirty="0" smtClean="0"/>
              <a:t>3</a:t>
            </a:r>
          </a:p>
          <a:p>
            <a:endParaRPr lang="en-US" sz="2800" baseline="30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/>
          <a:lstStyle/>
          <a:p>
            <a:r>
              <a:rPr lang="en-US" dirty="0" smtClean="0"/>
              <a:t>SURFACE AREAS AND VOLUMES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Class-mark = (Upper limit + Lower limit)/ 2</a:t>
            </a:r>
          </a:p>
          <a:p>
            <a:pPr fontAlgn="base"/>
            <a:r>
              <a:rPr lang="en-US" dirty="0" smtClean="0"/>
              <a:t>Mean = Sum of the observations / Total number of observations</a:t>
            </a:r>
          </a:p>
          <a:p>
            <a:pPr fontAlgn="base"/>
            <a:r>
              <a:rPr lang="en-US" dirty="0" smtClean="0"/>
              <a:t>Mode = The observation occurring the most frequent times</a:t>
            </a:r>
          </a:p>
          <a:p>
            <a:pPr fontAlgn="base"/>
            <a:r>
              <a:rPr lang="en-US" dirty="0" smtClean="0"/>
              <a:t>Experimental Probability Formula: The trial counts in which the event (E) has occurred / The sum of trials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765" y="6282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Statistics and Probability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38350"/>
            <a:ext cx="9144000" cy="857250"/>
          </a:xfrm>
        </p:spPr>
        <p:txBody>
          <a:bodyPr>
            <a:noAutofit/>
          </a:bodyPr>
          <a:lstStyle/>
          <a:p>
            <a:pPr algn="ctr"/>
            <a:r>
              <a:rPr lang="en-US" sz="9600" dirty="0" smtClean="0"/>
              <a:t>CLASS 10</a:t>
            </a:r>
            <a:r>
              <a:rPr lang="en-US" sz="9600" baseline="30000" dirty="0" smtClean="0"/>
              <a:t>TH</a:t>
            </a:r>
            <a:r>
              <a:rPr lang="en-US" sz="9600" dirty="0" smtClean="0"/>
              <a:t> </a:t>
            </a:r>
            <a:endParaRPr lang="en-US" sz="9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8991600" cy="4267200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 smtClean="0"/>
              <a:t>(a + b)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= a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+ 2ab + b</a:t>
            </a:r>
            <a:r>
              <a:rPr lang="en-US" sz="2800" baseline="30000" dirty="0" smtClean="0"/>
              <a:t>2</a:t>
            </a:r>
            <a:endParaRPr lang="en-US" sz="2800" dirty="0" smtClean="0"/>
          </a:p>
          <a:p>
            <a:pPr fontAlgn="base"/>
            <a:r>
              <a:rPr lang="en-US" sz="2800" dirty="0" smtClean="0"/>
              <a:t>(a - b)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= a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- 2ab + b</a:t>
            </a:r>
            <a:r>
              <a:rPr lang="en-US" sz="2800" baseline="30000" dirty="0" smtClean="0"/>
              <a:t>2</a:t>
            </a:r>
            <a:endParaRPr lang="en-US" sz="2800" dirty="0" smtClean="0"/>
          </a:p>
          <a:p>
            <a:pPr fontAlgn="base"/>
            <a:r>
              <a:rPr lang="en-US" sz="2800" dirty="0" smtClean="0"/>
              <a:t>(a + b) (a - b) = a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- b</a:t>
            </a:r>
            <a:r>
              <a:rPr lang="en-US" sz="2800" baseline="30000" dirty="0" smtClean="0"/>
              <a:t>2</a:t>
            </a:r>
            <a:endParaRPr lang="en-US" sz="2800" dirty="0" smtClean="0"/>
          </a:p>
          <a:p>
            <a:pPr fontAlgn="base"/>
            <a:r>
              <a:rPr lang="en-US" sz="2800" dirty="0" smtClean="0"/>
              <a:t>(x + a)(x + b) = 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(a + b)x + </a:t>
            </a:r>
            <a:r>
              <a:rPr lang="en-US" sz="2800" dirty="0" err="1" smtClean="0"/>
              <a:t>ab</a:t>
            </a:r>
            <a:endParaRPr lang="en-US" sz="2800" dirty="0" smtClean="0"/>
          </a:p>
          <a:p>
            <a:pPr fontAlgn="base"/>
            <a:r>
              <a:rPr lang="en-US" sz="2800" dirty="0" smtClean="0"/>
              <a:t>(x + a)(x - b) = 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(a - b)x - </a:t>
            </a:r>
            <a:r>
              <a:rPr lang="en-US" sz="2800" dirty="0" err="1" smtClean="0"/>
              <a:t>ab</a:t>
            </a:r>
            <a:endParaRPr lang="en-US" sz="2800" dirty="0" smtClean="0"/>
          </a:p>
          <a:p>
            <a:pPr fontAlgn="base"/>
            <a:r>
              <a:rPr lang="en-US" sz="2800" dirty="0" smtClean="0"/>
              <a:t>(x - a)(x + b) = 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(b - a)x - </a:t>
            </a:r>
            <a:r>
              <a:rPr lang="en-US" sz="2800" dirty="0" err="1" smtClean="0"/>
              <a:t>ab</a:t>
            </a:r>
            <a:endParaRPr lang="en-US" sz="2800" dirty="0" smtClean="0"/>
          </a:p>
          <a:p>
            <a:pPr fontAlgn="base"/>
            <a:r>
              <a:rPr lang="en-US" sz="2800" dirty="0" smtClean="0"/>
              <a:t>(x - a)(x - b) = 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- (a + b)x + </a:t>
            </a:r>
            <a:r>
              <a:rPr lang="en-US" sz="2800" dirty="0" err="1" smtClean="0"/>
              <a:t>ab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Algebra Formulas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0"/>
            <a:ext cx="9144000" cy="5143500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 smtClean="0"/>
              <a:t>(a + b)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= a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+ b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+ 3ab(a + b)</a:t>
            </a:r>
          </a:p>
          <a:p>
            <a:pPr fontAlgn="base"/>
            <a:r>
              <a:rPr lang="en-US" sz="2800" dirty="0" smtClean="0"/>
              <a:t>(a - b)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= a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- b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- 3ab(a - b)</a:t>
            </a:r>
          </a:p>
          <a:p>
            <a:pPr fontAlgn="base"/>
            <a:r>
              <a:rPr lang="en-US" sz="2800" dirty="0" smtClean="0"/>
              <a:t>(x + y + z)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= 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y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z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+ 2xy + 2yz + 2xz</a:t>
            </a:r>
          </a:p>
          <a:p>
            <a:pPr fontAlgn="base"/>
            <a:r>
              <a:rPr lang="en-US" sz="2800" dirty="0" smtClean="0"/>
              <a:t>(x + y - z)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= 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y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z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+ 2xy - 2yz - 2xz</a:t>
            </a:r>
          </a:p>
          <a:p>
            <a:pPr fontAlgn="base"/>
            <a:r>
              <a:rPr lang="en-US" sz="2800" dirty="0" smtClean="0"/>
              <a:t>(x - y + z)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= 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y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z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- 2xy - 2yz + 2xz</a:t>
            </a:r>
          </a:p>
          <a:p>
            <a:pPr fontAlgn="base"/>
            <a:r>
              <a:rPr lang="en-US" sz="2800" dirty="0" smtClean="0"/>
              <a:t>(x - y - z)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= 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y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z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- 2xy + 2yz - 2xz</a:t>
            </a:r>
          </a:p>
          <a:p>
            <a:pPr fontAlgn="base"/>
            <a:r>
              <a:rPr lang="en-US" sz="2800" dirty="0" smtClean="0"/>
              <a:t>x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+ y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+ z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 - 3xyz = (x + y + z)(x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y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+ z</a:t>
            </a:r>
            <a:r>
              <a:rPr lang="en-US" sz="2800" baseline="30000" dirty="0" smtClean="0"/>
              <a:t>2</a:t>
            </a:r>
            <a:r>
              <a:rPr lang="en-US" sz="2800" dirty="0" smtClean="0"/>
              <a:t> - </a:t>
            </a:r>
            <a:r>
              <a:rPr lang="en-US" sz="2800" dirty="0" err="1" smtClean="0"/>
              <a:t>xy</a:t>
            </a:r>
            <a:r>
              <a:rPr lang="en-US" sz="2800" dirty="0" smtClean="0"/>
              <a:t> - </a:t>
            </a:r>
            <a:r>
              <a:rPr lang="en-US" sz="2800" dirty="0" err="1" smtClean="0"/>
              <a:t>yz</a:t>
            </a:r>
            <a:r>
              <a:rPr lang="en-US" sz="2800" dirty="0" smtClean="0"/>
              <a:t> - </a:t>
            </a:r>
            <a:r>
              <a:rPr lang="en-US" sz="2800" dirty="0" err="1" smtClean="0"/>
              <a:t>xz</a:t>
            </a:r>
            <a:r>
              <a:rPr lang="en-US" sz="2800" dirty="0" smtClean="0"/>
              <a:t>)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8229600" cy="3394472"/>
          </a:xfrm>
        </p:spPr>
        <p:txBody>
          <a:bodyPr>
            <a:normAutofit/>
          </a:bodyPr>
          <a:lstStyle/>
          <a:p>
            <a:pPr fontAlgn="base"/>
            <a:r>
              <a:rPr lang="en-US" sz="3200" dirty="0" smtClean="0"/>
              <a:t>a</a:t>
            </a:r>
            <a:r>
              <a:rPr lang="en-US" sz="3200" baseline="-25000" dirty="0" smtClean="0"/>
              <a:t>n</a:t>
            </a:r>
            <a:r>
              <a:rPr lang="en-US" sz="3200" dirty="0" smtClean="0"/>
              <a:t> = a + (n - 1) d, where an is the nth term.</a:t>
            </a:r>
          </a:p>
          <a:p>
            <a:pPr fontAlgn="base"/>
            <a:r>
              <a:rPr lang="en-US" sz="3200" dirty="0" err="1" smtClean="0"/>
              <a:t>S</a:t>
            </a:r>
            <a:r>
              <a:rPr lang="en-US" sz="3200" baseline="-25000" dirty="0" err="1" smtClean="0"/>
              <a:t>n</a:t>
            </a:r>
            <a:r>
              <a:rPr lang="en-US" sz="3200" dirty="0" smtClean="0"/>
              <a:t>= n/2 [2a + (n - 1)d]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5255" y="-4228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Arithmetic Progression Formulas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 smtClean="0"/>
              <a:t>sin(90° - A) = cos A</a:t>
            </a:r>
          </a:p>
          <a:p>
            <a:pPr fontAlgn="base"/>
            <a:r>
              <a:rPr lang="en-US" dirty="0" smtClean="0"/>
              <a:t>cos(90° - A) = sin A</a:t>
            </a:r>
          </a:p>
          <a:p>
            <a:pPr fontAlgn="base"/>
            <a:r>
              <a:rPr lang="en-US" dirty="0" smtClean="0"/>
              <a:t>tan(90° - A) = cot A</a:t>
            </a:r>
          </a:p>
          <a:p>
            <a:pPr fontAlgn="base"/>
            <a:r>
              <a:rPr lang="en-US" dirty="0" smtClean="0"/>
              <a:t>cot(90° - A) = tan A</a:t>
            </a:r>
          </a:p>
          <a:p>
            <a:pPr fontAlgn="base"/>
            <a:r>
              <a:rPr lang="en-US" dirty="0" smtClean="0"/>
              <a:t>sec(90° - A) = cosec A</a:t>
            </a:r>
          </a:p>
          <a:p>
            <a:pPr fontAlgn="base"/>
            <a:r>
              <a:rPr lang="en-US" dirty="0" smtClean="0"/>
              <a:t>cosec(90° - A) = sec A</a:t>
            </a:r>
          </a:p>
          <a:p>
            <a:pPr fontAlgn="base"/>
            <a:r>
              <a:rPr lang="en-US" dirty="0" smtClean="0"/>
              <a:t>sin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+ </a:t>
            </a:r>
            <a:r>
              <a:rPr lang="en-US" dirty="0" smtClean="0"/>
              <a:t>cos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⇒ </a:t>
            </a:r>
            <a:r>
              <a:rPr lang="en-US" dirty="0" smtClean="0"/>
              <a:t>sin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1 - </a:t>
            </a:r>
            <a:r>
              <a:rPr lang="en-US" dirty="0" smtClean="0"/>
              <a:t>cos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⇒ </a:t>
            </a:r>
            <a:r>
              <a:rPr lang="en-US" dirty="0" smtClean="0"/>
              <a:t>cos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1 - </a:t>
            </a:r>
            <a:r>
              <a:rPr lang="en-US" dirty="0" smtClean="0"/>
              <a:t>sin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</a:t>
            </a:r>
          </a:p>
          <a:p>
            <a:pPr fontAlgn="base"/>
            <a:r>
              <a:rPr lang="en-US" dirty="0" smtClean="0"/>
              <a:t>cosec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- </a:t>
            </a:r>
            <a:r>
              <a:rPr lang="en-US" dirty="0" smtClean="0"/>
              <a:t>cot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⇒ </a:t>
            </a:r>
            <a:r>
              <a:rPr lang="en-US" dirty="0" smtClean="0"/>
              <a:t>cosec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+ </a:t>
            </a:r>
            <a:r>
              <a:rPr lang="en-US" dirty="0" smtClean="0"/>
              <a:t>cot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⇒ </a:t>
            </a:r>
            <a:r>
              <a:rPr lang="en-US" dirty="0" smtClean="0"/>
              <a:t>cot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</a:t>
            </a:r>
            <a:r>
              <a:rPr lang="en-US" dirty="0" smtClean="0"/>
              <a:t>cosec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- 1</a:t>
            </a:r>
          </a:p>
          <a:p>
            <a:pPr fontAlgn="base"/>
            <a:r>
              <a:rPr lang="en-US" dirty="0" smtClean="0"/>
              <a:t>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- </a:t>
            </a:r>
            <a:r>
              <a:rPr lang="en-US" dirty="0" smtClean="0"/>
              <a:t>tan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⇒ </a:t>
            </a:r>
            <a:r>
              <a:rPr lang="en-US" dirty="0" smtClean="0"/>
              <a:t>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+ </a:t>
            </a:r>
            <a:r>
              <a:rPr lang="en-US" dirty="0" smtClean="0"/>
              <a:t>tan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⇒ </a:t>
            </a:r>
            <a:r>
              <a:rPr lang="en-US" dirty="0" smtClean="0"/>
              <a:t>tan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</a:t>
            </a:r>
            <a:r>
              <a:rPr lang="en-US" dirty="0" smtClean="0"/>
              <a:t>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- 1</a:t>
            </a:r>
          </a:p>
          <a:p>
            <a:pPr fontAlgn="base"/>
            <a:r>
              <a:rPr lang="en-US" dirty="0" smtClean="0"/>
              <a:t>sin </a:t>
            </a:r>
            <a:r>
              <a:rPr lang="el-GR" dirty="0" smtClean="0"/>
              <a:t>θ </a:t>
            </a:r>
            <a:r>
              <a:rPr lang="en-US" dirty="0" smtClean="0"/>
              <a:t>cosec </a:t>
            </a:r>
            <a:r>
              <a:rPr lang="el-GR" dirty="0" smtClean="0"/>
              <a:t>θ = 1 ⇒ </a:t>
            </a:r>
            <a:r>
              <a:rPr lang="en-US" dirty="0" smtClean="0"/>
              <a:t>cos </a:t>
            </a:r>
            <a:r>
              <a:rPr lang="el-GR" dirty="0" smtClean="0"/>
              <a:t>θ </a:t>
            </a:r>
            <a:r>
              <a:rPr lang="en-US" dirty="0" smtClean="0"/>
              <a:t>sec </a:t>
            </a:r>
            <a:r>
              <a:rPr lang="el-GR" dirty="0" smtClean="0"/>
              <a:t>θ = 1 ⇒ </a:t>
            </a:r>
            <a:r>
              <a:rPr lang="en-US" dirty="0" smtClean="0"/>
              <a:t>tan </a:t>
            </a:r>
            <a:r>
              <a:rPr lang="el-GR" dirty="0" smtClean="0"/>
              <a:t>θ </a:t>
            </a:r>
            <a:r>
              <a:rPr lang="en-US" dirty="0" smtClean="0"/>
              <a:t>cot </a:t>
            </a:r>
            <a:r>
              <a:rPr lang="el-GR" dirty="0" smtClean="0"/>
              <a:t>θ = 1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Trigonometry Formulas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/>
          </a:bodyPr>
          <a:lstStyle/>
          <a:p>
            <a:pPr fontAlgn="base"/>
            <a:r>
              <a:rPr lang="en-US" sz="2800" dirty="0" smtClean="0"/>
              <a:t>The tangent to a circle equation x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 + y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 = a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 for a line y = mx + c is given by the equation y = mx ± a √[1+ m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].</a:t>
            </a:r>
          </a:p>
          <a:p>
            <a:pPr fontAlgn="base"/>
            <a:r>
              <a:rPr lang="en-US" sz="2800" dirty="0" smtClean="0"/>
              <a:t>The tangent to a circle equation x</a:t>
            </a:r>
            <a:r>
              <a:rPr lang="en-US" sz="2800" baseline="-25000" dirty="0" smtClean="0"/>
              <a:t>2 </a:t>
            </a:r>
            <a:r>
              <a:rPr lang="en-US" sz="2800" dirty="0" smtClean="0"/>
              <a:t>+ y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 = a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 at (a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,b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) is xa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 + yb</a:t>
            </a:r>
            <a:r>
              <a:rPr lang="en-US" sz="2800" baseline="-25000" dirty="0" smtClean="0"/>
              <a:t>1 </a:t>
            </a:r>
            <a:r>
              <a:rPr lang="en-US" sz="2800" dirty="0" smtClean="0"/>
              <a:t>= a</a:t>
            </a:r>
            <a:r>
              <a:rPr lang="en-US" sz="2800" baseline="-25000" dirty="0" smtClean="0"/>
              <a:t>2</a:t>
            </a:r>
            <a:endParaRPr lang="en-US" sz="2800" dirty="0" smtClean="0"/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5255" y="-4228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 Circle Formulas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 lnSpcReduction="10000"/>
          </a:bodyPr>
          <a:lstStyle/>
          <a:p>
            <a:pPr fontAlgn="base">
              <a:buNone/>
            </a:pPr>
            <a:r>
              <a:rPr lang="en-US" b="1" dirty="0" smtClean="0"/>
              <a:t>	Sphere:</a:t>
            </a:r>
          </a:p>
          <a:p>
            <a:pPr fontAlgn="base"/>
            <a:r>
              <a:rPr lang="en-US" dirty="0" smtClean="0"/>
              <a:t>Volume of Sphere = 4/3 ×</a:t>
            </a:r>
            <a:r>
              <a:rPr lang="el-GR" dirty="0" smtClean="0"/>
              <a:t>π </a:t>
            </a:r>
            <a:r>
              <a:rPr lang="en-US" dirty="0" smtClean="0"/>
              <a:t>r</a:t>
            </a:r>
            <a:r>
              <a:rPr lang="en-US" baseline="30000" dirty="0" smtClean="0"/>
              <a:t>3</a:t>
            </a:r>
            <a:endParaRPr lang="en-US" dirty="0" smtClean="0"/>
          </a:p>
          <a:p>
            <a:pPr fontAlgn="base"/>
            <a:r>
              <a:rPr lang="en-US" dirty="0" smtClean="0"/>
              <a:t>Lateral Surface Area of Sphere (LSA) = 4</a:t>
            </a:r>
            <a:r>
              <a:rPr lang="el-GR" dirty="0" smtClean="0"/>
              <a:t>π </a:t>
            </a:r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fontAlgn="base"/>
            <a:r>
              <a:rPr lang="en-US" dirty="0" smtClean="0"/>
              <a:t>Total Surface Area of Sphere (TSA) = 4</a:t>
            </a:r>
            <a:r>
              <a:rPr lang="el-GR" dirty="0" smtClean="0"/>
              <a:t>π</a:t>
            </a:r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fontAlgn="base">
              <a:buNone/>
            </a:pPr>
            <a:r>
              <a:rPr lang="en-US" b="1" dirty="0" smtClean="0"/>
              <a:t>	Right Circular Cylinder:</a:t>
            </a:r>
          </a:p>
          <a:p>
            <a:pPr fontAlgn="base"/>
            <a:r>
              <a:rPr lang="en-US" dirty="0" smtClean="0"/>
              <a:t>Volume of Right Circular Cylinder = </a:t>
            </a:r>
            <a:r>
              <a:rPr lang="el-GR" dirty="0" smtClean="0"/>
              <a:t>π</a:t>
            </a:r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r>
              <a:rPr lang="en-US" dirty="0" smtClean="0"/>
              <a:t>h</a:t>
            </a:r>
          </a:p>
          <a:p>
            <a:pPr fontAlgn="base"/>
            <a:r>
              <a:rPr lang="en-US" dirty="0" smtClean="0"/>
              <a:t>Lateral Surface Area of Right Circular Cylinder (LSA) = 2×(</a:t>
            </a:r>
            <a:r>
              <a:rPr lang="el-GR" dirty="0" smtClean="0"/>
              <a:t>π</a:t>
            </a:r>
            <a:r>
              <a:rPr lang="en-US" dirty="0" smtClean="0"/>
              <a:t>rh)</a:t>
            </a:r>
          </a:p>
          <a:p>
            <a:pPr fontAlgn="base"/>
            <a:r>
              <a:rPr lang="en-US" dirty="0" smtClean="0"/>
              <a:t>Total Surface Area of Right Circular Cylinder (TSA) = 2</a:t>
            </a:r>
            <a:r>
              <a:rPr lang="el-GR" dirty="0" smtClean="0"/>
              <a:t>π</a:t>
            </a:r>
            <a:r>
              <a:rPr lang="en-US" dirty="0" smtClean="0"/>
              <a:t>r×(r + h)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Surface Area and Volume Formulas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0"/>
            <a:ext cx="9144000" cy="5143500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dirty="0" smtClean="0"/>
              <a:t>	</a:t>
            </a:r>
            <a:r>
              <a:rPr lang="en-US" b="1" dirty="0" smtClean="0"/>
              <a:t>Hemisphere</a:t>
            </a:r>
          </a:p>
          <a:p>
            <a:pPr fontAlgn="base"/>
            <a:r>
              <a:rPr lang="en-US" dirty="0" smtClean="0"/>
              <a:t>Volume of Hemisphere = ⅔ x (</a:t>
            </a:r>
            <a:r>
              <a:rPr lang="el-GR" dirty="0" smtClean="0"/>
              <a:t>π</a:t>
            </a:r>
            <a:r>
              <a:rPr lang="en-US" dirty="0" smtClean="0"/>
              <a:t>r</a:t>
            </a:r>
            <a:r>
              <a:rPr lang="en-US" baseline="30000" dirty="0" smtClean="0"/>
              <a:t>3</a:t>
            </a:r>
            <a:r>
              <a:rPr lang="en-US" dirty="0" smtClean="0"/>
              <a:t>)</a:t>
            </a:r>
          </a:p>
          <a:p>
            <a:pPr fontAlgn="base"/>
            <a:r>
              <a:rPr lang="en-US" dirty="0" smtClean="0"/>
              <a:t>Lateral Surface Area of Hemisphere (LSA) = 2</a:t>
            </a:r>
            <a:r>
              <a:rPr lang="el-GR" dirty="0" smtClean="0"/>
              <a:t>π</a:t>
            </a:r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fontAlgn="base"/>
            <a:r>
              <a:rPr lang="en-US" dirty="0" smtClean="0"/>
              <a:t>Total Surface Area of Hemisphere (TSA) = 3</a:t>
            </a:r>
            <a:r>
              <a:rPr lang="el-GR" dirty="0" smtClean="0"/>
              <a:t>π</a:t>
            </a:r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endParaRPr lang="en-US" dirty="0" smtClean="0"/>
          </a:p>
          <a:p>
            <a:pPr fontAlgn="base">
              <a:buNone/>
            </a:pPr>
            <a:r>
              <a:rPr lang="en-US" dirty="0" smtClean="0"/>
              <a:t>	</a:t>
            </a:r>
            <a:r>
              <a:rPr lang="en-US" b="1" dirty="0" smtClean="0"/>
              <a:t>Prism</a:t>
            </a:r>
          </a:p>
          <a:p>
            <a:pPr fontAlgn="base"/>
            <a:r>
              <a:rPr lang="en-US" dirty="0" smtClean="0"/>
              <a:t>Volume of Prism = B × h</a:t>
            </a:r>
          </a:p>
          <a:p>
            <a:pPr fontAlgn="base"/>
            <a:r>
              <a:rPr lang="en-US" dirty="0" smtClean="0"/>
              <a:t>Lateral Surface Area of Prism (LSA) = p × h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42950"/>
            <a:ext cx="9144000" cy="4400550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dirty="0" smtClean="0"/>
              <a:t>(a + b)</a:t>
            </a:r>
            <a:r>
              <a:rPr lang="en-US" baseline="30000" dirty="0" smtClean="0"/>
              <a:t>3</a:t>
            </a:r>
            <a:r>
              <a:rPr lang="en-US" dirty="0" smtClean="0"/>
              <a:t> = a</a:t>
            </a:r>
            <a:r>
              <a:rPr lang="en-US" baseline="30000" dirty="0" smtClean="0"/>
              <a:t>3</a:t>
            </a:r>
            <a:r>
              <a:rPr lang="en-US" dirty="0" smtClean="0"/>
              <a:t> + b</a:t>
            </a:r>
            <a:r>
              <a:rPr lang="en-US" baseline="30000" dirty="0" smtClean="0"/>
              <a:t>3</a:t>
            </a:r>
            <a:r>
              <a:rPr lang="en-US" dirty="0" smtClean="0"/>
              <a:t> + 3ab(a + b)</a:t>
            </a:r>
          </a:p>
          <a:p>
            <a:pPr fontAlgn="base"/>
            <a:r>
              <a:rPr lang="en-US" dirty="0" smtClean="0"/>
              <a:t>(a – b)</a:t>
            </a:r>
            <a:r>
              <a:rPr lang="en-US" baseline="30000" dirty="0" smtClean="0"/>
              <a:t>3</a:t>
            </a:r>
            <a:r>
              <a:rPr lang="en-US" dirty="0" smtClean="0"/>
              <a:t> = a</a:t>
            </a:r>
            <a:r>
              <a:rPr lang="en-US" baseline="30000" dirty="0" smtClean="0"/>
              <a:t>3</a:t>
            </a:r>
            <a:r>
              <a:rPr lang="en-US" dirty="0" smtClean="0"/>
              <a:t> - b</a:t>
            </a:r>
            <a:r>
              <a:rPr lang="en-US" baseline="30000" dirty="0" smtClean="0"/>
              <a:t>3</a:t>
            </a:r>
            <a:r>
              <a:rPr lang="en-US" dirty="0" smtClean="0"/>
              <a:t> - 3ab(a – b)</a:t>
            </a:r>
          </a:p>
          <a:p>
            <a:pPr fontAlgn="base"/>
            <a:r>
              <a:rPr lang="en-US" dirty="0" smtClean="0"/>
              <a:t>(x + y + z)</a:t>
            </a:r>
            <a:r>
              <a:rPr lang="en-US" baseline="30000" dirty="0" smtClean="0"/>
              <a:t>2</a:t>
            </a:r>
            <a:r>
              <a:rPr lang="en-US" dirty="0" smtClean="0"/>
              <a:t> = x</a:t>
            </a:r>
            <a:r>
              <a:rPr lang="en-US" baseline="30000" dirty="0" smtClean="0"/>
              <a:t>2</a:t>
            </a:r>
            <a:r>
              <a:rPr lang="en-US" dirty="0" smtClean="0"/>
              <a:t> + y</a:t>
            </a:r>
            <a:r>
              <a:rPr lang="en-US" baseline="30000" dirty="0" smtClean="0"/>
              <a:t>2</a:t>
            </a:r>
            <a:r>
              <a:rPr lang="en-US" dirty="0" smtClean="0"/>
              <a:t> + z</a:t>
            </a:r>
            <a:r>
              <a:rPr lang="en-US" baseline="30000" dirty="0" smtClean="0"/>
              <a:t>2</a:t>
            </a:r>
            <a:r>
              <a:rPr lang="en-US" dirty="0" smtClean="0"/>
              <a:t> + 2xy + 2yz + 2xz</a:t>
            </a:r>
          </a:p>
          <a:p>
            <a:pPr fontAlgn="base"/>
            <a:r>
              <a:rPr lang="en-US" dirty="0" smtClean="0"/>
              <a:t>an = a + (n - 1) d</a:t>
            </a:r>
          </a:p>
          <a:p>
            <a:pPr fontAlgn="base"/>
            <a:r>
              <a:rPr lang="en-US" dirty="0" err="1" smtClean="0"/>
              <a:t>Sn</a:t>
            </a:r>
            <a:r>
              <a:rPr lang="en-US" dirty="0" smtClean="0"/>
              <a:t>= n/2 [2a + (n - 1)d]</a:t>
            </a:r>
          </a:p>
          <a:p>
            <a:pPr fontAlgn="base"/>
            <a:r>
              <a:rPr lang="en-US" dirty="0" smtClean="0"/>
              <a:t>sin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+ </a:t>
            </a:r>
            <a:r>
              <a:rPr lang="en-US" dirty="0" smtClean="0"/>
              <a:t>cos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⇒ </a:t>
            </a:r>
            <a:r>
              <a:rPr lang="en-US" dirty="0" smtClean="0"/>
              <a:t>sin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1 - </a:t>
            </a:r>
            <a:r>
              <a:rPr lang="en-US" dirty="0" smtClean="0"/>
              <a:t>cos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⇒ </a:t>
            </a:r>
            <a:r>
              <a:rPr lang="en-US" dirty="0" smtClean="0"/>
              <a:t>cos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1 - </a:t>
            </a:r>
            <a:r>
              <a:rPr lang="en-US" dirty="0" smtClean="0"/>
              <a:t>sin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</a:t>
            </a:r>
          </a:p>
          <a:p>
            <a:pPr fontAlgn="base"/>
            <a:r>
              <a:rPr lang="en-US" dirty="0" smtClean="0"/>
              <a:t>cosec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- </a:t>
            </a:r>
            <a:r>
              <a:rPr lang="en-US" dirty="0" smtClean="0"/>
              <a:t>cot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⇒ </a:t>
            </a:r>
            <a:r>
              <a:rPr lang="en-US" dirty="0" smtClean="0"/>
              <a:t>cosec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+ </a:t>
            </a:r>
            <a:r>
              <a:rPr lang="en-US" dirty="0" smtClean="0"/>
              <a:t>cot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⇒ </a:t>
            </a:r>
            <a:r>
              <a:rPr lang="en-US" dirty="0" smtClean="0"/>
              <a:t>cot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</a:t>
            </a:r>
            <a:r>
              <a:rPr lang="en-US" dirty="0" smtClean="0"/>
              <a:t>cosec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- 1</a:t>
            </a:r>
          </a:p>
          <a:p>
            <a:pPr fontAlgn="base"/>
            <a:r>
              <a:rPr lang="en-US" dirty="0" smtClean="0"/>
              <a:t>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- </a:t>
            </a:r>
            <a:r>
              <a:rPr lang="en-US" dirty="0" smtClean="0"/>
              <a:t>tan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⇒ </a:t>
            </a:r>
            <a:r>
              <a:rPr lang="en-US" dirty="0" smtClean="0"/>
              <a:t>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1 + </a:t>
            </a:r>
            <a:r>
              <a:rPr lang="en-US" dirty="0" smtClean="0"/>
              <a:t>tan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⇒ </a:t>
            </a:r>
            <a:r>
              <a:rPr lang="en-US" dirty="0" smtClean="0"/>
              <a:t>tan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= </a:t>
            </a:r>
            <a:r>
              <a:rPr lang="en-US" dirty="0" smtClean="0"/>
              <a:t>sec</a:t>
            </a:r>
            <a:r>
              <a:rPr lang="en-US" baseline="30000" dirty="0" smtClean="0"/>
              <a:t>2</a:t>
            </a:r>
            <a:r>
              <a:rPr lang="en-US" dirty="0" smtClean="0"/>
              <a:t> </a:t>
            </a:r>
            <a:r>
              <a:rPr lang="el-GR" dirty="0" smtClean="0"/>
              <a:t>θ - 1</a:t>
            </a:r>
          </a:p>
          <a:p>
            <a:pPr fontAlgn="base"/>
            <a:r>
              <a:rPr lang="en-US" dirty="0" smtClean="0"/>
              <a:t>sin </a:t>
            </a:r>
            <a:r>
              <a:rPr lang="el-GR" dirty="0" smtClean="0"/>
              <a:t>θ </a:t>
            </a:r>
            <a:r>
              <a:rPr lang="en-US" dirty="0" smtClean="0"/>
              <a:t>cosec </a:t>
            </a:r>
            <a:r>
              <a:rPr lang="el-GR" dirty="0" smtClean="0"/>
              <a:t>θ = 1 ⇒ </a:t>
            </a:r>
            <a:r>
              <a:rPr lang="en-US" dirty="0" smtClean="0"/>
              <a:t>cos </a:t>
            </a:r>
            <a:r>
              <a:rPr lang="el-GR" dirty="0" smtClean="0"/>
              <a:t>θ </a:t>
            </a:r>
            <a:r>
              <a:rPr lang="en-US" dirty="0" smtClean="0"/>
              <a:t>sec </a:t>
            </a:r>
            <a:r>
              <a:rPr lang="el-GR" dirty="0" smtClean="0"/>
              <a:t>θ = 1 ⇒ </a:t>
            </a:r>
            <a:r>
              <a:rPr lang="en-US" dirty="0" smtClean="0"/>
              <a:t>tan </a:t>
            </a:r>
            <a:r>
              <a:rPr lang="el-GR" dirty="0" smtClean="0"/>
              <a:t>θ </a:t>
            </a:r>
            <a:r>
              <a:rPr lang="en-US" dirty="0" smtClean="0"/>
              <a:t>cot </a:t>
            </a:r>
            <a:r>
              <a:rPr lang="el-GR" dirty="0" smtClean="0"/>
              <a:t>θ = 1</a:t>
            </a:r>
          </a:p>
          <a:p>
            <a:pPr fontAlgn="base"/>
            <a:r>
              <a:rPr lang="en-US" dirty="0" err="1" smtClean="0"/>
              <a:t>Vol</a:t>
            </a:r>
            <a:r>
              <a:rPr lang="en-US" dirty="0" smtClean="0"/>
              <a:t> of Sphere = 4/3 ×</a:t>
            </a:r>
            <a:r>
              <a:rPr lang="el-GR" dirty="0" smtClean="0"/>
              <a:t>π </a:t>
            </a:r>
            <a:r>
              <a:rPr lang="en-US" dirty="0" smtClean="0"/>
              <a:t>r</a:t>
            </a:r>
            <a:r>
              <a:rPr lang="en-US" baseline="30000" dirty="0" smtClean="0"/>
              <a:t>3</a:t>
            </a:r>
            <a:endParaRPr lang="en-US" dirty="0" smtClean="0"/>
          </a:p>
          <a:p>
            <a:pPr fontAlgn="base"/>
            <a:r>
              <a:rPr lang="en-US" dirty="0" smtClean="0"/>
              <a:t>Surface Area of Sphere = 4</a:t>
            </a:r>
            <a:r>
              <a:rPr lang="el-GR" dirty="0" smtClean="0"/>
              <a:t>π</a:t>
            </a:r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Important  Formulas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185</TotalTime>
  <Words>840</Words>
  <Application>Microsoft Office PowerPoint</Application>
  <PresentationFormat>On-screen Show (16:9)</PresentationFormat>
  <Paragraphs>304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Concourse</vt:lpstr>
      <vt:lpstr>IMPORTANT IDENTITIES AND FORMULAS</vt:lpstr>
      <vt:lpstr>CLASS 5TH </vt:lpstr>
      <vt:lpstr>Slide 3</vt:lpstr>
      <vt:lpstr>Slide 4</vt:lpstr>
      <vt:lpstr>SQUARES 1 TO 50</vt:lpstr>
      <vt:lpstr>CUBES 1 TO 50</vt:lpstr>
      <vt:lpstr>Slide 7</vt:lpstr>
      <vt:lpstr>Slide 8</vt:lpstr>
      <vt:lpstr>Slide 9</vt:lpstr>
      <vt:lpstr>Slide 10</vt:lpstr>
      <vt:lpstr>Slide 11</vt:lpstr>
      <vt:lpstr>Slide 12</vt:lpstr>
      <vt:lpstr>CLASS 6TH </vt:lpstr>
      <vt:lpstr> Quantity weights:</vt:lpstr>
      <vt:lpstr>Roman Numerals:</vt:lpstr>
      <vt:lpstr>Slide 16</vt:lpstr>
      <vt:lpstr>Mensuration</vt:lpstr>
      <vt:lpstr>Algebra Formulas</vt:lpstr>
      <vt:lpstr>CLASS 7TH </vt:lpstr>
      <vt:lpstr>Practical Geometry</vt:lpstr>
      <vt:lpstr>Exponents and Power Formulas</vt:lpstr>
      <vt:lpstr>Comparing Quantities Formulas</vt:lpstr>
      <vt:lpstr>Algebra Formulas</vt:lpstr>
      <vt:lpstr>Important  Formulas</vt:lpstr>
      <vt:lpstr>CLASS 8TH </vt:lpstr>
      <vt:lpstr>Rational Numbers</vt:lpstr>
      <vt:lpstr>Slide 27</vt:lpstr>
      <vt:lpstr>Geometry</vt:lpstr>
      <vt:lpstr>Exponents Formulas </vt:lpstr>
      <vt:lpstr>Comparing Quantities Formulas</vt:lpstr>
      <vt:lpstr>Algebra</vt:lpstr>
      <vt:lpstr>Important  Formulas</vt:lpstr>
      <vt:lpstr>CLASS 9TH </vt:lpstr>
      <vt:lpstr>Number System</vt:lpstr>
      <vt:lpstr>Algebra Formulas</vt:lpstr>
      <vt:lpstr>Slide 36</vt:lpstr>
      <vt:lpstr>SURFACE AREAS AND VOLUMES</vt:lpstr>
      <vt:lpstr>Statistics and Probability</vt:lpstr>
      <vt:lpstr>CLASS 10TH </vt:lpstr>
      <vt:lpstr>Algebra Formulas</vt:lpstr>
      <vt:lpstr>Slide 41</vt:lpstr>
      <vt:lpstr>Arithmetic Progression Formulas</vt:lpstr>
      <vt:lpstr>Trigonometry Formulas</vt:lpstr>
      <vt:lpstr> Circle Formulas</vt:lpstr>
      <vt:lpstr>Surface Area and Volume Formulas</vt:lpstr>
      <vt:lpstr>Slide 46</vt:lpstr>
      <vt:lpstr>Important  Formulas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IMPORTANT IDENTITIES AND FORMULAE</dc:title>
  <dc:creator>viva02</dc:creator>
  <cp:lastModifiedBy>ABHINAV</cp:lastModifiedBy>
  <cp:revision>42</cp:revision>
  <dcterms:created xsi:type="dcterms:W3CDTF">2006-08-16T00:00:00Z</dcterms:created>
  <dcterms:modified xsi:type="dcterms:W3CDTF">2025-11-02T07:33:25Z</dcterms:modified>
</cp:coreProperties>
</file>